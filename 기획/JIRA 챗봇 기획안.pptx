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78C"/>
    <a:srgbClr val="3565F2"/>
    <a:srgbClr val="2947F2"/>
    <a:srgbClr val="292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기일 권" userId="2ef98fef2c7306f1" providerId="LiveId" clId="{419890C3-D57B-4747-8E43-33395A2773E5}"/>
    <pc:docChg chg="undo custSel addSld modSld sldOrd">
      <pc:chgData name="기일 권" userId="2ef98fef2c7306f1" providerId="LiveId" clId="{419890C3-D57B-4747-8E43-33395A2773E5}" dt="2023-12-20T08:38:38.066" v="10951" actId="113"/>
      <pc:docMkLst>
        <pc:docMk/>
      </pc:docMkLst>
      <pc:sldChg chg="addSp delSp modSp mod">
        <pc:chgData name="기일 권" userId="2ef98fef2c7306f1" providerId="LiveId" clId="{419890C3-D57B-4747-8E43-33395A2773E5}" dt="2023-12-20T07:14:25.735" v="8018" actId="1076"/>
        <pc:sldMkLst>
          <pc:docMk/>
          <pc:sldMk cId="883637149" sldId="258"/>
        </pc:sldMkLst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3" creationId="{B8E5EDF5-1D07-0FF7-846E-CC438A46C07D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4" creationId="{9A86D59B-7DE3-4AC3-BFE0-CF56B118FB3A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7" creationId="{81D0260D-E846-1652-C6B9-EEE35FF45E4C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8" creationId="{E725AD52-B47C-30C5-022E-8E3560B9A3BD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9" creationId="{1FD49136-0A65-3DD6-8A8D-53541D79EB47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1" creationId="{A1391841-A2CC-7C1E-87EE-6AF3BCDBC383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2" creationId="{E64F324F-55C5-AAA3-8D2D-E192194097DA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3" creationId="{FD085E6C-122B-0091-1712-C27DC8AFDD15}"/>
          </ac:spMkLst>
        </pc:spChg>
        <pc:spChg chg="add del mod">
          <ac:chgData name="기일 권" userId="2ef98fef2c7306f1" providerId="LiveId" clId="{419890C3-D57B-4747-8E43-33395A2773E5}" dt="2023-12-20T07:04:35.977" v="7702" actId="478"/>
          <ac:spMkLst>
            <pc:docMk/>
            <pc:sldMk cId="883637149" sldId="258"/>
            <ac:spMk id="14" creationId="{BAFD2B4C-B90A-4C20-844B-B790C162BDFC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5" creationId="{16076E79-BD71-5D99-02E6-723825A2F831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7" creationId="{168B88C8-5B87-C8D4-029A-B80B327AB195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8" creationId="{E37382B1-D34B-659D-48BE-C71AA73E0445}"/>
          </ac:spMkLst>
        </pc:spChg>
        <pc:spChg chg="add 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19" creationId="{5150C410-7893-29B6-363A-D0D7C4B4C1E6}"/>
          </ac:spMkLst>
        </pc:spChg>
        <pc:spChg chg="add mod">
          <ac:chgData name="기일 권" userId="2ef98fef2c7306f1" providerId="LiveId" clId="{419890C3-D57B-4747-8E43-33395A2773E5}" dt="2023-12-20T07:13:08.099" v="7927" actId="20577"/>
          <ac:spMkLst>
            <pc:docMk/>
            <pc:sldMk cId="883637149" sldId="258"/>
            <ac:spMk id="20" creationId="{887B0086-E9DB-719C-79E1-0D5F12DB40D6}"/>
          </ac:spMkLst>
        </pc:spChg>
        <pc:spChg chg="mod">
          <ac:chgData name="기일 권" userId="2ef98fef2c7306f1" providerId="LiveId" clId="{419890C3-D57B-4747-8E43-33395A2773E5}" dt="2023-12-20T07:13:05.122" v="7925" actId="1076"/>
          <ac:spMkLst>
            <pc:docMk/>
            <pc:sldMk cId="883637149" sldId="258"/>
            <ac:spMk id="21" creationId="{1915A791-CF96-C9C8-0706-A961E8D4EFC7}"/>
          </ac:spMkLst>
        </pc:spChg>
        <pc:spChg chg="add mod">
          <ac:chgData name="기일 권" userId="2ef98fef2c7306f1" providerId="LiveId" clId="{419890C3-D57B-4747-8E43-33395A2773E5}" dt="2023-12-20T07:13:16.965" v="7943" actId="20577"/>
          <ac:spMkLst>
            <pc:docMk/>
            <pc:sldMk cId="883637149" sldId="258"/>
            <ac:spMk id="22" creationId="{268777C3-3B5B-4320-76F2-30EA13F8931D}"/>
          </ac:spMkLst>
        </pc:spChg>
        <pc:spChg chg="add mod">
          <ac:chgData name="기일 권" userId="2ef98fef2c7306f1" providerId="LiveId" clId="{419890C3-D57B-4747-8E43-33395A2773E5}" dt="2023-12-20T07:14:25.735" v="8018" actId="1076"/>
          <ac:spMkLst>
            <pc:docMk/>
            <pc:sldMk cId="883637149" sldId="258"/>
            <ac:spMk id="23" creationId="{B86548DB-182F-C2FC-FF31-E7C7B7593411}"/>
          </ac:spMkLst>
        </pc:spChg>
      </pc:sldChg>
      <pc:sldChg chg="addSp delSp modSp mod">
        <pc:chgData name="기일 권" userId="2ef98fef2c7306f1" providerId="LiveId" clId="{419890C3-D57B-4747-8E43-33395A2773E5}" dt="2023-12-20T07:56:39.781" v="9471" actId="1076"/>
        <pc:sldMkLst>
          <pc:docMk/>
          <pc:sldMk cId="3084318984" sldId="259"/>
        </pc:sldMkLst>
        <pc:spChg chg="add mod">
          <ac:chgData name="기일 권" userId="2ef98fef2c7306f1" providerId="LiveId" clId="{419890C3-D57B-4747-8E43-33395A2773E5}" dt="2023-12-20T02:14:49.763" v="845" actId="1076"/>
          <ac:spMkLst>
            <pc:docMk/>
            <pc:sldMk cId="3084318984" sldId="259"/>
            <ac:spMk id="2" creationId="{33FC9094-F3E7-7455-6085-E58E9D2022A5}"/>
          </ac:spMkLst>
        </pc:spChg>
        <pc:spChg chg="add mod">
          <ac:chgData name="기일 권" userId="2ef98fef2c7306f1" providerId="LiveId" clId="{419890C3-D57B-4747-8E43-33395A2773E5}" dt="2023-12-20T05:12:19.852" v="4578" actId="1076"/>
          <ac:spMkLst>
            <pc:docMk/>
            <pc:sldMk cId="3084318984" sldId="259"/>
            <ac:spMk id="4" creationId="{F7C4AEDD-37C1-7665-F00F-5DBC64E41040}"/>
          </ac:spMkLst>
        </pc:spChg>
        <pc:spChg chg="mod">
          <ac:chgData name="기일 권" userId="2ef98fef2c7306f1" providerId="LiveId" clId="{419890C3-D57B-4747-8E43-33395A2773E5}" dt="2023-12-20T01:33:34.932" v="77" actId="255"/>
          <ac:spMkLst>
            <pc:docMk/>
            <pc:sldMk cId="3084318984" sldId="259"/>
            <ac:spMk id="5" creationId="{90084524-CC88-D85E-32D8-6B06B0BA79D5}"/>
          </ac:spMkLst>
        </pc:spChg>
        <pc:spChg chg="mod">
          <ac:chgData name="기일 권" userId="2ef98fef2c7306f1" providerId="LiveId" clId="{419890C3-D57B-4747-8E43-33395A2773E5}" dt="2023-12-20T01:52:24.495" v="556" actId="1076"/>
          <ac:spMkLst>
            <pc:docMk/>
            <pc:sldMk cId="3084318984" sldId="259"/>
            <ac:spMk id="8" creationId="{F10B6523-19E5-6478-F944-750FC5A00FB4}"/>
          </ac:spMkLst>
        </pc:spChg>
        <pc:spChg chg="add mod">
          <ac:chgData name="기일 권" userId="2ef98fef2c7306f1" providerId="LiveId" clId="{419890C3-D57B-4747-8E43-33395A2773E5}" dt="2023-12-20T01:54:17.490" v="669" actId="1076"/>
          <ac:spMkLst>
            <pc:docMk/>
            <pc:sldMk cId="3084318984" sldId="259"/>
            <ac:spMk id="11" creationId="{10D8C753-0DA2-5114-5C32-E3D86B4571D5}"/>
          </ac:spMkLst>
        </pc:spChg>
        <pc:spChg chg="add mod">
          <ac:chgData name="기일 권" userId="2ef98fef2c7306f1" providerId="LiveId" clId="{419890C3-D57B-4747-8E43-33395A2773E5}" dt="2023-12-20T02:16:38.539" v="930" actId="20577"/>
          <ac:spMkLst>
            <pc:docMk/>
            <pc:sldMk cId="3084318984" sldId="259"/>
            <ac:spMk id="12" creationId="{788646C5-B532-7EBC-D366-3D6D47F197B6}"/>
          </ac:spMkLst>
        </pc:spChg>
        <pc:spChg chg="add mod">
          <ac:chgData name="기일 권" userId="2ef98fef2c7306f1" providerId="LiveId" clId="{419890C3-D57B-4747-8E43-33395A2773E5}" dt="2023-12-20T01:44:17.895" v="130" actId="1076"/>
          <ac:spMkLst>
            <pc:docMk/>
            <pc:sldMk cId="3084318984" sldId="259"/>
            <ac:spMk id="14" creationId="{401F326D-489C-B007-28A4-88DED1BFB0DB}"/>
          </ac:spMkLst>
        </pc:spChg>
        <pc:spChg chg="add mod">
          <ac:chgData name="기일 권" userId="2ef98fef2c7306f1" providerId="LiveId" clId="{419890C3-D57B-4747-8E43-33395A2773E5}" dt="2023-12-20T01:44:29.475" v="141" actId="1076"/>
          <ac:spMkLst>
            <pc:docMk/>
            <pc:sldMk cId="3084318984" sldId="259"/>
            <ac:spMk id="15" creationId="{8D6A8BB7-3EB7-1B3F-A8C8-039EF3C29B98}"/>
          </ac:spMkLst>
        </pc:spChg>
        <pc:spChg chg="add mod">
          <ac:chgData name="기일 권" userId="2ef98fef2c7306f1" providerId="LiveId" clId="{419890C3-D57B-4747-8E43-33395A2773E5}" dt="2023-12-20T07:12:19.652" v="7922" actId="20577"/>
          <ac:spMkLst>
            <pc:docMk/>
            <pc:sldMk cId="3084318984" sldId="259"/>
            <ac:spMk id="17" creationId="{97458BDD-D3DF-C0D5-8F64-0BAE82480C11}"/>
          </ac:spMkLst>
        </pc:spChg>
        <pc:spChg chg="add mod">
          <ac:chgData name="기일 권" userId="2ef98fef2c7306f1" providerId="LiveId" clId="{419890C3-D57B-4747-8E43-33395A2773E5}" dt="2023-12-20T02:19:54.341" v="1406" actId="207"/>
          <ac:spMkLst>
            <pc:docMk/>
            <pc:sldMk cId="3084318984" sldId="259"/>
            <ac:spMk id="18" creationId="{0228D579-C1F3-A7A6-5C83-E0B36C46498A}"/>
          </ac:spMkLst>
        </pc:spChg>
        <pc:spChg chg="add mod">
          <ac:chgData name="기일 권" userId="2ef98fef2c7306f1" providerId="LiveId" clId="{419890C3-D57B-4747-8E43-33395A2773E5}" dt="2023-12-20T01:55:17.383" v="670" actId="207"/>
          <ac:spMkLst>
            <pc:docMk/>
            <pc:sldMk cId="3084318984" sldId="259"/>
            <ac:spMk id="19" creationId="{0C2BC07F-E74B-41B0-D178-864041EBDCF5}"/>
          </ac:spMkLst>
        </pc:spChg>
        <pc:spChg chg="add mod">
          <ac:chgData name="기일 권" userId="2ef98fef2c7306f1" providerId="LiveId" clId="{419890C3-D57B-4747-8E43-33395A2773E5}" dt="2023-12-20T02:16:36.420" v="928" actId="20577"/>
          <ac:spMkLst>
            <pc:docMk/>
            <pc:sldMk cId="3084318984" sldId="259"/>
            <ac:spMk id="20" creationId="{7F43E68D-BCBE-5703-D6B5-BDAEABEF51E1}"/>
          </ac:spMkLst>
        </pc:spChg>
        <pc:spChg chg="mod">
          <ac:chgData name="기일 권" userId="2ef98fef2c7306f1" providerId="LiveId" clId="{419890C3-D57B-4747-8E43-33395A2773E5}" dt="2023-12-20T02:16:33.011" v="926" actId="20577"/>
          <ac:spMkLst>
            <pc:docMk/>
            <pc:sldMk cId="3084318984" sldId="259"/>
            <ac:spMk id="21" creationId="{1915A791-CF96-C9C8-0706-A961E8D4EFC7}"/>
          </ac:spMkLst>
        </pc:spChg>
        <pc:spChg chg="add mod">
          <ac:chgData name="기일 권" userId="2ef98fef2c7306f1" providerId="LiveId" clId="{419890C3-D57B-4747-8E43-33395A2773E5}" dt="2023-12-20T01:52:18.997" v="554" actId="20577"/>
          <ac:spMkLst>
            <pc:docMk/>
            <pc:sldMk cId="3084318984" sldId="259"/>
            <ac:spMk id="22" creationId="{F9E2E9F8-22CB-B38D-1ACF-FE718B0D68DF}"/>
          </ac:spMkLst>
        </pc:spChg>
        <pc:spChg chg="add mod">
          <ac:chgData name="기일 권" userId="2ef98fef2c7306f1" providerId="LiveId" clId="{419890C3-D57B-4747-8E43-33395A2773E5}" dt="2023-12-20T01:54:02.254" v="668" actId="20577"/>
          <ac:spMkLst>
            <pc:docMk/>
            <pc:sldMk cId="3084318984" sldId="259"/>
            <ac:spMk id="23" creationId="{FEF5F887-1E18-524A-37AB-5061D6DF7A12}"/>
          </ac:spMkLst>
        </pc:spChg>
        <pc:spChg chg="add mod">
          <ac:chgData name="기일 권" userId="2ef98fef2c7306f1" providerId="LiveId" clId="{419890C3-D57B-4747-8E43-33395A2773E5}" dt="2023-12-20T01:56:34.480" v="702" actId="1076"/>
          <ac:spMkLst>
            <pc:docMk/>
            <pc:sldMk cId="3084318984" sldId="259"/>
            <ac:spMk id="25" creationId="{F056409A-C06F-EEB5-6E27-15D235407089}"/>
          </ac:spMkLst>
        </pc:spChg>
        <pc:spChg chg="add mod">
          <ac:chgData name="기일 권" userId="2ef98fef2c7306f1" providerId="LiveId" clId="{419890C3-D57B-4747-8E43-33395A2773E5}" dt="2023-12-20T01:56:52.167" v="727" actId="20577"/>
          <ac:spMkLst>
            <pc:docMk/>
            <pc:sldMk cId="3084318984" sldId="259"/>
            <ac:spMk id="26" creationId="{31D775F5-719C-CC8D-222C-986BB4922D59}"/>
          </ac:spMkLst>
        </pc:spChg>
        <pc:spChg chg="add mod">
          <ac:chgData name="기일 권" userId="2ef98fef2c7306f1" providerId="LiveId" clId="{419890C3-D57B-4747-8E43-33395A2773E5}" dt="2023-12-20T01:59:10.595" v="841" actId="1076"/>
          <ac:spMkLst>
            <pc:docMk/>
            <pc:sldMk cId="3084318984" sldId="259"/>
            <ac:spMk id="27" creationId="{1FA44E21-AAC3-E045-4004-C9F6FD6BF1D6}"/>
          </ac:spMkLst>
        </pc:spChg>
        <pc:spChg chg="add mod">
          <ac:chgData name="기일 권" userId="2ef98fef2c7306f1" providerId="LiveId" clId="{419890C3-D57B-4747-8E43-33395A2773E5}" dt="2023-12-20T01:58:48.972" v="839" actId="1076"/>
          <ac:spMkLst>
            <pc:docMk/>
            <pc:sldMk cId="3084318984" sldId="259"/>
            <ac:spMk id="28" creationId="{EE6D116F-28E5-FFB5-45D4-10419574877F}"/>
          </ac:spMkLst>
        </pc:spChg>
        <pc:picChg chg="add mod">
          <ac:chgData name="기일 권" userId="2ef98fef2c7306f1" providerId="LiveId" clId="{419890C3-D57B-4747-8E43-33395A2773E5}" dt="2023-12-20T02:14:57.339" v="847" actId="1076"/>
          <ac:picMkLst>
            <pc:docMk/>
            <pc:sldMk cId="3084318984" sldId="259"/>
            <ac:picMk id="3" creationId="{0E7961E9-7159-8DF3-CD96-BB9EE194793C}"/>
          </ac:picMkLst>
        </pc:picChg>
        <pc:picChg chg="add del mod">
          <ac:chgData name="기일 권" userId="2ef98fef2c7306f1" providerId="LiveId" clId="{419890C3-D57B-4747-8E43-33395A2773E5}" dt="2023-12-20T01:38:14.548" v="94" actId="478"/>
          <ac:picMkLst>
            <pc:docMk/>
            <pc:sldMk cId="3084318984" sldId="259"/>
            <ac:picMk id="3" creationId="{A30B9420-544F-CFAC-56F1-1DFD5B6EBAD9}"/>
          </ac:picMkLst>
        </pc:picChg>
        <pc:picChg chg="add mod">
          <ac:chgData name="기일 권" userId="2ef98fef2c7306f1" providerId="LiveId" clId="{419890C3-D57B-4747-8E43-33395A2773E5}" dt="2023-12-20T01:43:24.371" v="116" actId="1076"/>
          <ac:picMkLst>
            <pc:docMk/>
            <pc:sldMk cId="3084318984" sldId="259"/>
            <ac:picMk id="7" creationId="{E7000395-4610-8E12-0BA7-DE6B7F1A4F61}"/>
          </ac:picMkLst>
        </pc:picChg>
        <pc:picChg chg="add mod">
          <ac:chgData name="기일 권" userId="2ef98fef2c7306f1" providerId="LiveId" clId="{419890C3-D57B-4747-8E43-33395A2773E5}" dt="2023-12-20T07:56:39.781" v="9471" actId="1076"/>
          <ac:picMkLst>
            <pc:docMk/>
            <pc:sldMk cId="3084318984" sldId="259"/>
            <ac:picMk id="13" creationId="{AF8B7FC0-B7A1-C421-A807-4D8F28FA117F}"/>
          </ac:picMkLst>
        </pc:picChg>
        <pc:picChg chg="add del mod">
          <ac:chgData name="기일 권" userId="2ef98fef2c7306f1" providerId="LiveId" clId="{419890C3-D57B-4747-8E43-33395A2773E5}" dt="2023-12-20T01:47:39.077" v="151" actId="478"/>
          <ac:picMkLst>
            <pc:docMk/>
            <pc:sldMk cId="3084318984" sldId="259"/>
            <ac:picMk id="18" creationId="{176BED45-0C89-7404-E5F1-507B195863D0}"/>
          </ac:picMkLst>
        </pc:picChg>
        <pc:picChg chg="add mod">
          <ac:chgData name="기일 권" userId="2ef98fef2c7306f1" providerId="LiveId" clId="{419890C3-D57B-4747-8E43-33395A2773E5}" dt="2023-12-20T01:58:56.585" v="840" actId="1076"/>
          <ac:picMkLst>
            <pc:docMk/>
            <pc:sldMk cId="3084318984" sldId="259"/>
            <ac:picMk id="24" creationId="{21201AE6-F919-346D-B565-403112A8F9B7}"/>
          </ac:picMkLst>
        </pc:picChg>
      </pc:sldChg>
      <pc:sldChg chg="addSp delSp modSp add mod">
        <pc:chgData name="기일 권" userId="2ef98fef2c7306f1" providerId="LiveId" clId="{419890C3-D57B-4747-8E43-33395A2773E5}" dt="2023-12-20T07:05:28.371" v="7821" actId="20577"/>
        <pc:sldMkLst>
          <pc:docMk/>
          <pc:sldMk cId="109610146" sldId="260"/>
        </pc:sldMkLst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2" creationId="{33FC9094-F3E7-7455-6085-E58E9D2022A5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4" creationId="{F7C4AEDD-37C1-7665-F00F-5DBC64E41040}"/>
          </ac:spMkLst>
        </pc:spChg>
        <pc:spChg chg="mod">
          <ac:chgData name="기일 권" userId="2ef98fef2c7306f1" providerId="LiveId" clId="{419890C3-D57B-4747-8E43-33395A2773E5}" dt="2023-12-20T07:05:28.371" v="7821" actId="20577"/>
          <ac:spMkLst>
            <pc:docMk/>
            <pc:sldMk cId="109610146" sldId="260"/>
            <ac:spMk id="5" creationId="{90084524-CC88-D85E-32D8-6B06B0BA79D5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8" creationId="{F10B6523-19E5-6478-F944-750FC5A00FB4}"/>
          </ac:spMkLst>
        </pc:spChg>
        <pc:spChg chg="mod">
          <ac:chgData name="기일 권" userId="2ef98fef2c7306f1" providerId="LiveId" clId="{419890C3-D57B-4747-8E43-33395A2773E5}" dt="2023-12-20T02:20:35.290" v="1536" actId="14100"/>
          <ac:spMkLst>
            <pc:docMk/>
            <pc:sldMk cId="109610146" sldId="260"/>
            <ac:spMk id="9" creationId="{1FD49136-0A65-3DD6-8A8D-53541D79EB47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11" creationId="{10D8C753-0DA2-5114-5C32-E3D86B4571D5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12" creationId="{788646C5-B532-7EBC-D366-3D6D47F197B6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14" creationId="{401F326D-489C-B007-28A4-88DED1BFB0DB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15" creationId="{8D6A8BB7-3EB7-1B3F-A8C8-039EF3C29B98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17" creationId="{97458BDD-D3DF-C0D5-8F64-0BAE82480C11}"/>
          </ac:spMkLst>
        </pc:spChg>
        <pc:spChg chg="del">
          <ac:chgData name="기일 권" userId="2ef98fef2c7306f1" providerId="LiveId" clId="{419890C3-D57B-4747-8E43-33395A2773E5}" dt="2023-12-20T02:20:44.324" v="1540" actId="478"/>
          <ac:spMkLst>
            <pc:docMk/>
            <pc:sldMk cId="109610146" sldId="260"/>
            <ac:spMk id="18" creationId="{0228D579-C1F3-A7A6-5C83-E0B36C46498A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19" creationId="{0C2BC07F-E74B-41B0-D178-864041EBDCF5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20" creationId="{7F43E68D-BCBE-5703-D6B5-BDAEABEF51E1}"/>
          </ac:spMkLst>
        </pc:spChg>
        <pc:spChg chg="del mod">
          <ac:chgData name="기일 권" userId="2ef98fef2c7306f1" providerId="LiveId" clId="{419890C3-D57B-4747-8E43-33395A2773E5}" dt="2023-12-20T02:47:31.920" v="2401" actId="478"/>
          <ac:spMkLst>
            <pc:docMk/>
            <pc:sldMk cId="109610146" sldId="260"/>
            <ac:spMk id="21" creationId="{1915A791-CF96-C9C8-0706-A961E8D4EFC7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22" creationId="{F9E2E9F8-22CB-B38D-1ACF-FE718B0D68DF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23" creationId="{FEF5F887-1E18-524A-37AB-5061D6DF7A12}"/>
          </ac:spMkLst>
        </pc:spChg>
        <pc:spChg chg="del">
          <ac:chgData name="기일 권" userId="2ef98fef2c7306f1" providerId="LiveId" clId="{419890C3-D57B-4747-8E43-33395A2773E5}" dt="2023-12-20T02:21:53.966" v="1673" actId="478"/>
          <ac:spMkLst>
            <pc:docMk/>
            <pc:sldMk cId="109610146" sldId="260"/>
            <ac:spMk id="25" creationId="{F056409A-C06F-EEB5-6E27-15D235407089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26" creationId="{31D775F5-719C-CC8D-222C-986BB4922D59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27" creationId="{1FA44E21-AAC3-E045-4004-C9F6FD6BF1D6}"/>
          </ac:spMkLst>
        </pc:spChg>
        <pc:spChg chg="del">
          <ac:chgData name="기일 권" userId="2ef98fef2c7306f1" providerId="LiveId" clId="{419890C3-D57B-4747-8E43-33395A2773E5}" dt="2023-12-20T02:20:43.452" v="1539" actId="478"/>
          <ac:spMkLst>
            <pc:docMk/>
            <pc:sldMk cId="109610146" sldId="260"/>
            <ac:spMk id="28" creationId="{EE6D116F-28E5-FFB5-45D4-10419574877F}"/>
          </ac:spMkLst>
        </pc:spChg>
        <pc:spChg chg="add mod">
          <ac:chgData name="기일 권" userId="2ef98fef2c7306f1" providerId="LiveId" clId="{419890C3-D57B-4747-8E43-33395A2773E5}" dt="2023-12-20T02:48:08.619" v="2409" actId="14100"/>
          <ac:spMkLst>
            <pc:docMk/>
            <pc:sldMk cId="109610146" sldId="260"/>
            <ac:spMk id="29" creationId="{6D0DD843-8E15-AE92-EE6D-717D86766D6C}"/>
          </ac:spMkLst>
        </pc:spChg>
        <pc:spChg chg="add mod">
          <ac:chgData name="기일 권" userId="2ef98fef2c7306f1" providerId="LiveId" clId="{419890C3-D57B-4747-8E43-33395A2773E5}" dt="2023-12-20T02:49:12.324" v="2436" actId="1037"/>
          <ac:spMkLst>
            <pc:docMk/>
            <pc:sldMk cId="109610146" sldId="260"/>
            <ac:spMk id="34" creationId="{DF20E423-EBDF-3BAB-0C30-671FB23C7038}"/>
          </ac:spMkLst>
        </pc:spChg>
        <pc:spChg chg="add mod">
          <ac:chgData name="기일 권" userId="2ef98fef2c7306f1" providerId="LiveId" clId="{419890C3-D57B-4747-8E43-33395A2773E5}" dt="2023-12-20T02:48:19.203" v="2412" actId="1076"/>
          <ac:spMkLst>
            <pc:docMk/>
            <pc:sldMk cId="109610146" sldId="260"/>
            <ac:spMk id="35" creationId="{929F13AE-C241-006E-7040-B33CC15A0716}"/>
          </ac:spMkLst>
        </pc:spChg>
        <pc:spChg chg="add del mod">
          <ac:chgData name="기일 권" userId="2ef98fef2c7306f1" providerId="LiveId" clId="{419890C3-D57B-4747-8E43-33395A2773E5}" dt="2023-12-20T02:39:18.181" v="2032" actId="478"/>
          <ac:spMkLst>
            <pc:docMk/>
            <pc:sldMk cId="109610146" sldId="260"/>
            <ac:spMk id="36" creationId="{6C55725C-CE41-DA30-BCB6-AE10B9101A3D}"/>
          </ac:spMkLst>
        </pc:spChg>
        <pc:spChg chg="add mod">
          <ac:chgData name="기일 권" userId="2ef98fef2c7306f1" providerId="LiveId" clId="{419890C3-D57B-4747-8E43-33395A2773E5}" dt="2023-12-20T02:48:12.419" v="2410" actId="1076"/>
          <ac:spMkLst>
            <pc:docMk/>
            <pc:sldMk cId="109610146" sldId="260"/>
            <ac:spMk id="37" creationId="{FF293619-278C-3953-E5FD-AF029E4A2E7A}"/>
          </ac:spMkLst>
        </pc:spChg>
        <pc:spChg chg="add del mod">
          <ac:chgData name="기일 권" userId="2ef98fef2c7306f1" providerId="LiveId" clId="{419890C3-D57B-4747-8E43-33395A2773E5}" dt="2023-12-20T02:48:21.228" v="2413" actId="478"/>
          <ac:spMkLst>
            <pc:docMk/>
            <pc:sldMk cId="109610146" sldId="260"/>
            <ac:spMk id="38" creationId="{F12AD8B6-28B9-B8B3-E3AC-2FBD3870075B}"/>
          </ac:spMkLst>
        </pc:spChg>
        <pc:spChg chg="add mod">
          <ac:chgData name="기일 권" userId="2ef98fef2c7306f1" providerId="LiveId" clId="{419890C3-D57B-4747-8E43-33395A2773E5}" dt="2023-12-20T02:49:08.887" v="2429" actId="1076"/>
          <ac:spMkLst>
            <pc:docMk/>
            <pc:sldMk cId="109610146" sldId="260"/>
            <ac:spMk id="39" creationId="{DFB010C6-E37F-946F-FC27-E96047D40405}"/>
          </ac:spMkLst>
        </pc:spChg>
        <pc:spChg chg="add mod">
          <ac:chgData name="기일 권" userId="2ef98fef2c7306f1" providerId="LiveId" clId="{419890C3-D57B-4747-8E43-33395A2773E5}" dt="2023-12-20T02:55:13.135" v="2768" actId="20577"/>
          <ac:spMkLst>
            <pc:docMk/>
            <pc:sldMk cId="109610146" sldId="260"/>
            <ac:spMk id="40" creationId="{572BE1D3-C193-89F9-8CB8-FEAE9FB82119}"/>
          </ac:spMkLst>
        </pc:spChg>
        <pc:spChg chg="add del mod">
          <ac:chgData name="기일 권" userId="2ef98fef2c7306f1" providerId="LiveId" clId="{419890C3-D57B-4747-8E43-33395A2773E5}" dt="2023-12-20T02:55:57.779" v="2781"/>
          <ac:spMkLst>
            <pc:docMk/>
            <pc:sldMk cId="109610146" sldId="260"/>
            <ac:spMk id="41" creationId="{1AC8D787-8076-9B25-3E6A-1BC4C9026F00}"/>
          </ac:spMkLst>
        </pc:spChg>
        <pc:spChg chg="add del mod">
          <ac:chgData name="기일 권" userId="2ef98fef2c7306f1" providerId="LiveId" clId="{419890C3-D57B-4747-8E43-33395A2773E5}" dt="2023-12-20T02:56:24.788" v="2785" actId="478"/>
          <ac:spMkLst>
            <pc:docMk/>
            <pc:sldMk cId="109610146" sldId="260"/>
            <ac:spMk id="42" creationId="{C9815B90-7BD3-C211-587E-4023AFE58AA5}"/>
          </ac:spMkLst>
        </pc:spChg>
        <pc:spChg chg="add mod">
          <ac:chgData name="기일 권" userId="2ef98fef2c7306f1" providerId="LiveId" clId="{419890C3-D57B-4747-8E43-33395A2773E5}" dt="2023-12-20T02:58:22.535" v="2787" actId="1076"/>
          <ac:spMkLst>
            <pc:docMk/>
            <pc:sldMk cId="109610146" sldId="260"/>
            <ac:spMk id="43" creationId="{14044C46-0176-63C1-F549-EF14179E3DD1}"/>
          </ac:spMkLst>
        </pc:spChg>
        <pc:spChg chg="add mod">
          <ac:chgData name="기일 권" userId="2ef98fef2c7306f1" providerId="LiveId" clId="{419890C3-D57B-4747-8E43-33395A2773E5}" dt="2023-12-20T03:10:51.046" v="2818" actId="1076"/>
          <ac:spMkLst>
            <pc:docMk/>
            <pc:sldMk cId="109610146" sldId="260"/>
            <ac:spMk id="45" creationId="{6F1EAB40-5EB5-C52C-624B-2B1B303B263F}"/>
          </ac:spMkLst>
        </pc:spChg>
        <pc:spChg chg="add mod">
          <ac:chgData name="기일 권" userId="2ef98fef2c7306f1" providerId="LiveId" clId="{419890C3-D57B-4747-8E43-33395A2773E5}" dt="2023-12-20T03:27:52.948" v="3050" actId="207"/>
          <ac:spMkLst>
            <pc:docMk/>
            <pc:sldMk cId="109610146" sldId="260"/>
            <ac:spMk id="46" creationId="{0C823638-AC97-D6E0-3680-47A3C9083869}"/>
          </ac:spMkLst>
        </pc:spChg>
        <pc:picChg chg="del">
          <ac:chgData name="기일 권" userId="2ef98fef2c7306f1" providerId="LiveId" clId="{419890C3-D57B-4747-8E43-33395A2773E5}" dt="2023-12-20T02:20:43.452" v="1539" actId="478"/>
          <ac:picMkLst>
            <pc:docMk/>
            <pc:sldMk cId="109610146" sldId="260"/>
            <ac:picMk id="3" creationId="{0E7961E9-7159-8DF3-CD96-BB9EE194793C}"/>
          </ac:picMkLst>
        </pc:picChg>
        <pc:picChg chg="del">
          <ac:chgData name="기일 권" userId="2ef98fef2c7306f1" providerId="LiveId" clId="{419890C3-D57B-4747-8E43-33395A2773E5}" dt="2023-12-20T02:21:53.966" v="1673" actId="478"/>
          <ac:picMkLst>
            <pc:docMk/>
            <pc:sldMk cId="109610146" sldId="260"/>
            <ac:picMk id="7" creationId="{E7000395-4610-8E12-0BA7-DE6B7F1A4F61}"/>
          </ac:picMkLst>
        </pc:picChg>
        <pc:picChg chg="del">
          <ac:chgData name="기일 권" userId="2ef98fef2c7306f1" providerId="LiveId" clId="{419890C3-D57B-4747-8E43-33395A2773E5}" dt="2023-12-20T02:21:53.966" v="1673" actId="478"/>
          <ac:picMkLst>
            <pc:docMk/>
            <pc:sldMk cId="109610146" sldId="260"/>
            <ac:picMk id="13" creationId="{AF8B7FC0-B7A1-C421-A807-4D8F28FA117F}"/>
          </ac:picMkLst>
        </pc:picChg>
        <pc:picChg chg="del">
          <ac:chgData name="기일 권" userId="2ef98fef2c7306f1" providerId="LiveId" clId="{419890C3-D57B-4747-8E43-33395A2773E5}" dt="2023-12-20T02:20:43.452" v="1539" actId="478"/>
          <ac:picMkLst>
            <pc:docMk/>
            <pc:sldMk cId="109610146" sldId="260"/>
            <ac:picMk id="24" creationId="{21201AE6-F919-346D-B565-403112A8F9B7}"/>
          </ac:picMkLst>
        </pc:picChg>
        <pc:picChg chg="add del mod">
          <ac:chgData name="기일 권" userId="2ef98fef2c7306f1" providerId="LiveId" clId="{419890C3-D57B-4747-8E43-33395A2773E5}" dt="2023-12-20T02:24:55.739" v="1680" actId="478"/>
          <ac:picMkLst>
            <pc:docMk/>
            <pc:sldMk cId="109610146" sldId="260"/>
            <ac:picMk id="30" creationId="{8A3D62DA-4A87-4A13-7758-74CF14C7ADFB}"/>
          </ac:picMkLst>
        </pc:picChg>
        <pc:picChg chg="add del mod">
          <ac:chgData name="기일 권" userId="2ef98fef2c7306f1" providerId="LiveId" clId="{419890C3-D57B-4747-8E43-33395A2773E5}" dt="2023-12-20T02:26:01.407" v="1691" actId="478"/>
          <ac:picMkLst>
            <pc:docMk/>
            <pc:sldMk cId="109610146" sldId="260"/>
            <ac:picMk id="31" creationId="{3B367C40-509F-115B-012C-88832F4A70E4}"/>
          </ac:picMkLst>
        </pc:picChg>
        <pc:picChg chg="add mod">
          <ac:chgData name="기일 권" userId="2ef98fef2c7306f1" providerId="LiveId" clId="{419890C3-D57B-4747-8E43-33395A2773E5}" dt="2023-12-20T02:49:12.324" v="2436" actId="1037"/>
          <ac:picMkLst>
            <pc:docMk/>
            <pc:sldMk cId="109610146" sldId="260"/>
            <ac:picMk id="32" creationId="{FA41FEDC-2569-908B-3497-8DA8BE616D60}"/>
          </ac:picMkLst>
        </pc:picChg>
        <pc:picChg chg="add mod">
          <ac:chgData name="기일 권" userId="2ef98fef2c7306f1" providerId="LiveId" clId="{419890C3-D57B-4747-8E43-33395A2773E5}" dt="2023-12-20T02:48:15.710" v="2411" actId="1076"/>
          <ac:picMkLst>
            <pc:docMk/>
            <pc:sldMk cId="109610146" sldId="260"/>
            <ac:picMk id="33" creationId="{B6A677A0-80D0-C236-7C00-C6F3893753CF}"/>
          </ac:picMkLst>
        </pc:picChg>
        <pc:picChg chg="add mod">
          <ac:chgData name="기일 권" userId="2ef98fef2c7306f1" providerId="LiveId" clId="{419890C3-D57B-4747-8E43-33395A2773E5}" dt="2023-12-20T03:10:53.879" v="2819" actId="1076"/>
          <ac:picMkLst>
            <pc:docMk/>
            <pc:sldMk cId="109610146" sldId="260"/>
            <ac:picMk id="44" creationId="{2C6A9D8A-B85C-6755-B748-8579F7DD7BB3}"/>
          </ac:picMkLst>
        </pc:picChg>
      </pc:sldChg>
      <pc:sldChg chg="addSp delSp modSp add mod">
        <pc:chgData name="기일 권" userId="2ef98fef2c7306f1" providerId="LiveId" clId="{419890C3-D57B-4747-8E43-33395A2773E5}" dt="2023-12-20T05:16:15.872" v="4628" actId="1076"/>
        <pc:sldMkLst>
          <pc:docMk/>
          <pc:sldMk cId="1310360578" sldId="261"/>
        </pc:sldMkLst>
        <pc:spChg chg="add mod">
          <ac:chgData name="기일 권" userId="2ef98fef2c7306f1" providerId="LiveId" clId="{419890C3-D57B-4747-8E43-33395A2773E5}" dt="2023-12-20T03:57:25.018" v="4068" actId="20577"/>
          <ac:spMkLst>
            <pc:docMk/>
            <pc:sldMk cId="1310360578" sldId="261"/>
            <ac:spMk id="2" creationId="{B29B2575-A181-FE5F-CD8C-ABD11E52A988}"/>
          </ac:spMkLst>
        </pc:spChg>
        <pc:spChg chg="add mod">
          <ac:chgData name="기일 권" userId="2ef98fef2c7306f1" providerId="LiveId" clId="{419890C3-D57B-4747-8E43-33395A2773E5}" dt="2023-12-20T05:02:12.307" v="4241" actId="1076"/>
          <ac:spMkLst>
            <pc:docMk/>
            <pc:sldMk cId="1310360578" sldId="261"/>
            <ac:spMk id="4" creationId="{CEA39C38-50D3-83D2-D9D5-12C31C3B44F4}"/>
          </ac:spMkLst>
        </pc:spChg>
        <pc:spChg chg="mod">
          <ac:chgData name="기일 권" userId="2ef98fef2c7306f1" providerId="LiveId" clId="{419890C3-D57B-4747-8E43-33395A2773E5}" dt="2023-12-20T03:38:17.450" v="3306" actId="20577"/>
          <ac:spMkLst>
            <pc:docMk/>
            <pc:sldMk cId="1310360578" sldId="261"/>
            <ac:spMk id="5" creationId="{90084524-CC88-D85E-32D8-6B06B0BA79D5}"/>
          </ac:spMkLst>
        </pc:spChg>
        <pc:spChg chg="mod">
          <ac:chgData name="기일 권" userId="2ef98fef2c7306f1" providerId="LiveId" clId="{419890C3-D57B-4747-8E43-33395A2773E5}" dt="2023-12-20T03:28:04.452" v="3053" actId="20577"/>
          <ac:spMkLst>
            <pc:docMk/>
            <pc:sldMk cId="1310360578" sldId="261"/>
            <ac:spMk id="6" creationId="{6AD760A5-771A-9EC6-F300-2A18AF3EAD3B}"/>
          </ac:spMkLst>
        </pc:spChg>
        <pc:spChg chg="add mod">
          <ac:chgData name="기일 권" userId="2ef98fef2c7306f1" providerId="LiveId" clId="{419890C3-D57B-4747-8E43-33395A2773E5}" dt="2023-12-20T05:07:58.972" v="4354" actId="1076"/>
          <ac:spMkLst>
            <pc:docMk/>
            <pc:sldMk cId="1310360578" sldId="261"/>
            <ac:spMk id="7" creationId="{05738458-FFB1-F75E-7784-CD905894F7A6}"/>
          </ac:spMkLst>
        </pc:spChg>
        <pc:spChg chg="mod">
          <ac:chgData name="기일 권" userId="2ef98fef2c7306f1" providerId="LiveId" clId="{419890C3-D57B-4747-8E43-33395A2773E5}" dt="2023-12-20T03:32:06.690" v="3283" actId="14100"/>
          <ac:spMkLst>
            <pc:docMk/>
            <pc:sldMk cId="1310360578" sldId="261"/>
            <ac:spMk id="9" creationId="{1FD49136-0A65-3DD6-8A8D-53541D79EB47}"/>
          </ac:spMkLst>
        </pc:spChg>
        <pc:spChg chg="add mod">
          <ac:chgData name="기일 권" userId="2ef98fef2c7306f1" providerId="LiveId" clId="{419890C3-D57B-4747-8E43-33395A2773E5}" dt="2023-12-20T05:06:37.997" v="4338" actId="1076"/>
          <ac:spMkLst>
            <pc:docMk/>
            <pc:sldMk cId="1310360578" sldId="261"/>
            <ac:spMk id="11" creationId="{35185C67-27F3-E20E-2313-58D2FA64CE2A}"/>
          </ac:spMkLst>
        </pc:spChg>
        <pc:spChg chg="add mod">
          <ac:chgData name="기일 권" userId="2ef98fef2c7306f1" providerId="LiveId" clId="{419890C3-D57B-4747-8E43-33395A2773E5}" dt="2023-12-20T05:06:45.362" v="4340" actId="1076"/>
          <ac:spMkLst>
            <pc:docMk/>
            <pc:sldMk cId="1310360578" sldId="261"/>
            <ac:spMk id="12" creationId="{02407979-A7BA-DD95-1122-5DC0A88F4CD1}"/>
          </ac:spMkLst>
        </pc:spChg>
        <pc:spChg chg="add del mod">
          <ac:chgData name="기일 권" userId="2ef98fef2c7306f1" providerId="LiveId" clId="{419890C3-D57B-4747-8E43-33395A2773E5}" dt="2023-12-20T05:06:48.047" v="4341" actId="478"/>
          <ac:spMkLst>
            <pc:docMk/>
            <pc:sldMk cId="1310360578" sldId="261"/>
            <ac:spMk id="13" creationId="{BA9BAB71-1005-F802-084C-ED7B5770C0E9}"/>
          </ac:spMkLst>
        </pc:spChg>
        <pc:spChg chg="add mod">
          <ac:chgData name="기일 권" userId="2ef98fef2c7306f1" providerId="LiveId" clId="{419890C3-D57B-4747-8E43-33395A2773E5}" dt="2023-12-20T05:07:09.116" v="4346" actId="1076"/>
          <ac:spMkLst>
            <pc:docMk/>
            <pc:sldMk cId="1310360578" sldId="261"/>
            <ac:spMk id="14" creationId="{ABE88B57-1CF9-8D2A-4D5F-970A001190A7}"/>
          </ac:spMkLst>
        </pc:spChg>
        <pc:spChg chg="add mod">
          <ac:chgData name="기일 권" userId="2ef98fef2c7306f1" providerId="LiveId" clId="{419890C3-D57B-4747-8E43-33395A2773E5}" dt="2023-12-20T05:07:42.506" v="4350" actId="1076"/>
          <ac:spMkLst>
            <pc:docMk/>
            <pc:sldMk cId="1310360578" sldId="261"/>
            <ac:spMk id="17" creationId="{876BC159-23F2-C5E3-5FF0-751EE1C7C271}"/>
          </ac:spMkLst>
        </pc:spChg>
        <pc:spChg chg="add del mod">
          <ac:chgData name="기일 권" userId="2ef98fef2c7306f1" providerId="LiveId" clId="{419890C3-D57B-4747-8E43-33395A2773E5}" dt="2023-12-20T05:07:46.238" v="4351" actId="478"/>
          <ac:spMkLst>
            <pc:docMk/>
            <pc:sldMk cId="1310360578" sldId="261"/>
            <ac:spMk id="18" creationId="{8A4CE92B-9685-D53E-860F-C9F1887449A6}"/>
          </ac:spMkLst>
        </pc:spChg>
        <pc:spChg chg="add mod">
          <ac:chgData name="기일 권" userId="2ef98fef2c7306f1" providerId="LiveId" clId="{419890C3-D57B-4747-8E43-33395A2773E5}" dt="2023-12-20T05:11:15.438" v="4568" actId="20577"/>
          <ac:spMkLst>
            <pc:docMk/>
            <pc:sldMk cId="1310360578" sldId="261"/>
            <ac:spMk id="19" creationId="{C876CE91-6BB3-5CA6-BDFA-78084345E733}"/>
          </ac:spMkLst>
        </pc:spChg>
        <pc:spChg chg="add mod">
          <ac:chgData name="기일 권" userId="2ef98fef2c7306f1" providerId="LiveId" clId="{419890C3-D57B-4747-8E43-33395A2773E5}" dt="2023-12-20T05:08:36.557" v="4359" actId="1076"/>
          <ac:spMkLst>
            <pc:docMk/>
            <pc:sldMk cId="1310360578" sldId="261"/>
            <ac:spMk id="21" creationId="{EFEBE6E6-655B-4175-FA0E-172E6A93BD3E}"/>
          </ac:spMkLst>
        </pc:spChg>
        <pc:spChg chg="add mod">
          <ac:chgData name="기일 권" userId="2ef98fef2c7306f1" providerId="LiveId" clId="{419890C3-D57B-4747-8E43-33395A2773E5}" dt="2023-12-20T05:06:55.643" v="4343" actId="1076"/>
          <ac:spMkLst>
            <pc:docMk/>
            <pc:sldMk cId="1310360578" sldId="261"/>
            <ac:spMk id="22" creationId="{1FBDBDAC-8557-F25C-F5C9-41DDD7B23C85}"/>
          </ac:spMkLst>
        </pc:spChg>
        <pc:spChg chg="add mod">
          <ac:chgData name="기일 권" userId="2ef98fef2c7306f1" providerId="LiveId" clId="{419890C3-D57B-4747-8E43-33395A2773E5}" dt="2023-12-20T05:09:06.733" v="4362" actId="1076"/>
          <ac:spMkLst>
            <pc:docMk/>
            <pc:sldMk cId="1310360578" sldId="261"/>
            <ac:spMk id="23" creationId="{B36D74E0-35B0-72B5-B90B-6C0444FD8227}"/>
          </ac:spMkLst>
        </pc:spChg>
        <pc:spChg chg="add mod">
          <ac:chgData name="기일 권" userId="2ef98fef2c7306f1" providerId="LiveId" clId="{419890C3-D57B-4747-8E43-33395A2773E5}" dt="2023-12-20T05:09:59.192" v="4458" actId="1076"/>
          <ac:spMkLst>
            <pc:docMk/>
            <pc:sldMk cId="1310360578" sldId="261"/>
            <ac:spMk id="24" creationId="{BAF1B664-AB2F-3B1B-BBB7-3ED4789C71A5}"/>
          </ac:spMkLst>
        </pc:spChg>
        <pc:spChg chg="add mod">
          <ac:chgData name="기일 권" userId="2ef98fef2c7306f1" providerId="LiveId" clId="{419890C3-D57B-4747-8E43-33395A2773E5}" dt="2023-12-20T05:11:20.643" v="4577" actId="14100"/>
          <ac:spMkLst>
            <pc:docMk/>
            <pc:sldMk cId="1310360578" sldId="261"/>
            <ac:spMk id="25" creationId="{4CFFA6DE-B54D-74D4-850F-591EB6A4A58F}"/>
          </ac:spMkLst>
        </pc:spChg>
        <pc:spChg chg="add mod">
          <ac:chgData name="기일 권" userId="2ef98fef2c7306f1" providerId="LiveId" clId="{419890C3-D57B-4747-8E43-33395A2773E5}" dt="2023-12-20T05:16:15.872" v="4628" actId="1076"/>
          <ac:spMkLst>
            <pc:docMk/>
            <pc:sldMk cId="1310360578" sldId="261"/>
            <ac:spMk id="28" creationId="{537DA1F5-54D1-8BE2-56D5-6B5BAAF81905}"/>
          </ac:spMkLst>
        </pc:spChg>
        <pc:spChg chg="mod">
          <ac:chgData name="기일 권" userId="2ef98fef2c7306f1" providerId="LiveId" clId="{419890C3-D57B-4747-8E43-33395A2773E5}" dt="2023-12-20T03:38:42.298" v="3308" actId="1076"/>
          <ac:spMkLst>
            <pc:docMk/>
            <pc:sldMk cId="1310360578" sldId="261"/>
            <ac:spMk id="29" creationId="{6D0DD843-8E15-AE92-EE6D-717D86766D6C}"/>
          </ac:spMkLst>
        </pc:spChg>
        <pc:spChg chg="del">
          <ac:chgData name="기일 권" userId="2ef98fef2c7306f1" providerId="LiveId" clId="{419890C3-D57B-4747-8E43-33395A2773E5}" dt="2023-12-20T03:29:00.861" v="3099" actId="478"/>
          <ac:spMkLst>
            <pc:docMk/>
            <pc:sldMk cId="1310360578" sldId="261"/>
            <ac:spMk id="34" creationId="{DF20E423-EBDF-3BAB-0C30-671FB23C7038}"/>
          </ac:spMkLst>
        </pc:spChg>
        <pc:spChg chg="del">
          <ac:chgData name="기일 권" userId="2ef98fef2c7306f1" providerId="LiveId" clId="{419890C3-D57B-4747-8E43-33395A2773E5}" dt="2023-12-20T03:29:36.857" v="3101" actId="478"/>
          <ac:spMkLst>
            <pc:docMk/>
            <pc:sldMk cId="1310360578" sldId="261"/>
            <ac:spMk id="35" creationId="{929F13AE-C241-006E-7040-B33CC15A0716}"/>
          </ac:spMkLst>
        </pc:spChg>
        <pc:spChg chg="del">
          <ac:chgData name="기일 권" userId="2ef98fef2c7306f1" providerId="LiveId" clId="{419890C3-D57B-4747-8E43-33395A2773E5}" dt="2023-12-20T03:29:51.804" v="3104" actId="478"/>
          <ac:spMkLst>
            <pc:docMk/>
            <pc:sldMk cId="1310360578" sldId="261"/>
            <ac:spMk id="37" creationId="{FF293619-278C-3953-E5FD-AF029E4A2E7A}"/>
          </ac:spMkLst>
        </pc:spChg>
        <pc:spChg chg="del">
          <ac:chgData name="기일 권" userId="2ef98fef2c7306f1" providerId="LiveId" clId="{419890C3-D57B-4747-8E43-33395A2773E5}" dt="2023-12-20T03:29:00.861" v="3099" actId="478"/>
          <ac:spMkLst>
            <pc:docMk/>
            <pc:sldMk cId="1310360578" sldId="261"/>
            <ac:spMk id="39" creationId="{DFB010C6-E37F-946F-FC27-E96047D40405}"/>
          </ac:spMkLst>
        </pc:spChg>
        <pc:spChg chg="del">
          <ac:chgData name="기일 권" userId="2ef98fef2c7306f1" providerId="LiveId" clId="{419890C3-D57B-4747-8E43-33395A2773E5}" dt="2023-12-20T03:29:00.861" v="3099" actId="478"/>
          <ac:spMkLst>
            <pc:docMk/>
            <pc:sldMk cId="1310360578" sldId="261"/>
            <ac:spMk id="40" creationId="{572BE1D3-C193-89F9-8CB8-FEAE9FB82119}"/>
          </ac:spMkLst>
        </pc:spChg>
        <pc:spChg chg="del">
          <ac:chgData name="기일 권" userId="2ef98fef2c7306f1" providerId="LiveId" clId="{419890C3-D57B-4747-8E43-33395A2773E5}" dt="2023-12-20T03:29:00.861" v="3099" actId="478"/>
          <ac:spMkLst>
            <pc:docMk/>
            <pc:sldMk cId="1310360578" sldId="261"/>
            <ac:spMk id="43" creationId="{14044C46-0176-63C1-F549-EF14179E3DD1}"/>
          </ac:spMkLst>
        </pc:spChg>
        <pc:spChg chg="del">
          <ac:chgData name="기일 권" userId="2ef98fef2c7306f1" providerId="LiveId" clId="{419890C3-D57B-4747-8E43-33395A2773E5}" dt="2023-12-20T03:29:00.861" v="3099" actId="478"/>
          <ac:spMkLst>
            <pc:docMk/>
            <pc:sldMk cId="1310360578" sldId="261"/>
            <ac:spMk id="45" creationId="{6F1EAB40-5EB5-C52C-624B-2B1B303B263F}"/>
          </ac:spMkLst>
        </pc:spChg>
        <pc:spChg chg="del">
          <ac:chgData name="기일 권" userId="2ef98fef2c7306f1" providerId="LiveId" clId="{419890C3-D57B-4747-8E43-33395A2773E5}" dt="2023-12-20T03:29:00.861" v="3099" actId="478"/>
          <ac:spMkLst>
            <pc:docMk/>
            <pc:sldMk cId="1310360578" sldId="261"/>
            <ac:spMk id="46" creationId="{0C823638-AC97-D6E0-3680-47A3C9083869}"/>
          </ac:spMkLst>
        </pc:spChg>
        <pc:picChg chg="add mod">
          <ac:chgData name="기일 권" userId="2ef98fef2c7306f1" providerId="LiveId" clId="{419890C3-D57B-4747-8E43-33395A2773E5}" dt="2023-12-20T05:14:05.087" v="4590" actId="1076"/>
          <ac:picMkLst>
            <pc:docMk/>
            <pc:sldMk cId="1310360578" sldId="261"/>
            <ac:picMk id="3" creationId="{C1DF38F6-3A0C-FE19-9D48-C67A4D07C6FB}"/>
          </ac:picMkLst>
        </pc:picChg>
        <pc:picChg chg="add mod">
          <ac:chgData name="기일 권" userId="2ef98fef2c7306f1" providerId="LiveId" clId="{419890C3-D57B-4747-8E43-33395A2773E5}" dt="2023-12-20T05:06:40.997" v="4339" actId="1076"/>
          <ac:picMkLst>
            <pc:docMk/>
            <pc:sldMk cId="1310360578" sldId="261"/>
            <ac:picMk id="8" creationId="{DCD13EC0-13E2-D396-4A7E-FDB32A6AD30A}"/>
          </ac:picMkLst>
        </pc:picChg>
        <pc:picChg chg="add mod">
          <ac:chgData name="기일 권" userId="2ef98fef2c7306f1" providerId="LiveId" clId="{419890C3-D57B-4747-8E43-33395A2773E5}" dt="2023-12-20T05:07:31.346" v="4349" actId="1076"/>
          <ac:picMkLst>
            <pc:docMk/>
            <pc:sldMk cId="1310360578" sldId="261"/>
            <ac:picMk id="15" creationId="{50E6E1FC-7FBB-5532-F36F-8601720E5F70}"/>
          </ac:picMkLst>
        </pc:picChg>
        <pc:picChg chg="add mod">
          <ac:chgData name="기일 권" userId="2ef98fef2c7306f1" providerId="LiveId" clId="{419890C3-D57B-4747-8E43-33395A2773E5}" dt="2023-12-20T05:08:30.101" v="4358" actId="1076"/>
          <ac:picMkLst>
            <pc:docMk/>
            <pc:sldMk cId="1310360578" sldId="261"/>
            <ac:picMk id="20" creationId="{F7C13353-5765-14BB-A78D-0A50BD5FA708}"/>
          </ac:picMkLst>
        </pc:picChg>
        <pc:picChg chg="add mod">
          <ac:chgData name="기일 권" userId="2ef98fef2c7306f1" providerId="LiveId" clId="{419890C3-D57B-4747-8E43-33395A2773E5}" dt="2023-12-20T05:13:59.638" v="4589" actId="1076"/>
          <ac:picMkLst>
            <pc:docMk/>
            <pc:sldMk cId="1310360578" sldId="261"/>
            <ac:picMk id="27" creationId="{8ACD5FEE-F42D-2063-E390-56B4D5BCC0F0}"/>
          </ac:picMkLst>
        </pc:picChg>
        <pc:picChg chg="del">
          <ac:chgData name="기일 권" userId="2ef98fef2c7306f1" providerId="LiveId" clId="{419890C3-D57B-4747-8E43-33395A2773E5}" dt="2023-12-20T03:29:00.861" v="3099" actId="478"/>
          <ac:picMkLst>
            <pc:docMk/>
            <pc:sldMk cId="1310360578" sldId="261"/>
            <ac:picMk id="32" creationId="{FA41FEDC-2569-908B-3497-8DA8BE616D60}"/>
          </ac:picMkLst>
        </pc:picChg>
        <pc:picChg chg="del">
          <ac:chgData name="기일 권" userId="2ef98fef2c7306f1" providerId="LiveId" clId="{419890C3-D57B-4747-8E43-33395A2773E5}" dt="2023-12-20T03:29:35.814" v="3100" actId="478"/>
          <ac:picMkLst>
            <pc:docMk/>
            <pc:sldMk cId="1310360578" sldId="261"/>
            <ac:picMk id="33" creationId="{B6A677A0-80D0-C236-7C00-C6F3893753CF}"/>
          </ac:picMkLst>
        </pc:picChg>
        <pc:picChg chg="del">
          <ac:chgData name="기일 권" userId="2ef98fef2c7306f1" providerId="LiveId" clId="{419890C3-D57B-4747-8E43-33395A2773E5}" dt="2023-12-20T03:29:00.861" v="3099" actId="478"/>
          <ac:picMkLst>
            <pc:docMk/>
            <pc:sldMk cId="1310360578" sldId="261"/>
            <ac:picMk id="44" creationId="{2C6A9D8A-B85C-6755-B748-8579F7DD7BB3}"/>
          </ac:picMkLst>
        </pc:picChg>
      </pc:sldChg>
      <pc:sldChg chg="addSp delSp modSp add mod">
        <pc:chgData name="기일 권" userId="2ef98fef2c7306f1" providerId="LiveId" clId="{419890C3-D57B-4747-8E43-33395A2773E5}" dt="2023-12-20T05:55:55.408" v="6586" actId="1076"/>
        <pc:sldMkLst>
          <pc:docMk/>
          <pc:sldMk cId="1338569898" sldId="262"/>
        </pc:sldMkLst>
        <pc:spChg chg="mod">
          <ac:chgData name="기일 권" userId="2ef98fef2c7306f1" providerId="LiveId" clId="{419890C3-D57B-4747-8E43-33395A2773E5}" dt="2023-12-20T05:33:18.645" v="5323" actId="20577"/>
          <ac:spMkLst>
            <pc:docMk/>
            <pc:sldMk cId="1338569898" sldId="262"/>
            <ac:spMk id="2" creationId="{B29B2575-A181-FE5F-CD8C-ABD11E52A988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4" creationId="{CEA39C38-50D3-83D2-D9D5-12C31C3B44F4}"/>
          </ac:spMkLst>
        </pc:spChg>
        <pc:spChg chg="mod">
          <ac:chgData name="기일 권" userId="2ef98fef2c7306f1" providerId="LiveId" clId="{419890C3-D57B-4747-8E43-33395A2773E5}" dt="2023-12-20T05:28:41.443" v="5223" actId="20577"/>
          <ac:spMkLst>
            <pc:docMk/>
            <pc:sldMk cId="1338569898" sldId="262"/>
            <ac:spMk id="5" creationId="{90084524-CC88-D85E-32D8-6B06B0BA79D5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7" creationId="{05738458-FFB1-F75E-7784-CD905894F7A6}"/>
          </ac:spMkLst>
        </pc:spChg>
        <pc:spChg chg="mod">
          <ac:chgData name="기일 권" userId="2ef98fef2c7306f1" providerId="LiveId" clId="{419890C3-D57B-4747-8E43-33395A2773E5}" dt="2023-12-20T05:19:41.424" v="4776" actId="20577"/>
          <ac:spMkLst>
            <pc:docMk/>
            <pc:sldMk cId="1338569898" sldId="262"/>
            <ac:spMk id="9" creationId="{1FD49136-0A65-3DD6-8A8D-53541D79EB47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11" creationId="{35185C67-27F3-E20E-2313-58D2FA64CE2A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12" creationId="{02407979-A7BA-DD95-1122-5DC0A88F4CD1}"/>
          </ac:spMkLst>
        </pc:spChg>
        <pc:spChg chg="add mod">
          <ac:chgData name="기일 권" userId="2ef98fef2c7306f1" providerId="LiveId" clId="{419890C3-D57B-4747-8E43-33395A2773E5}" dt="2023-12-20T05:37:35.162" v="5609" actId="1076"/>
          <ac:spMkLst>
            <pc:docMk/>
            <pc:sldMk cId="1338569898" sldId="262"/>
            <ac:spMk id="13" creationId="{B1C2B517-15C6-F917-D2B8-664CD763D4EC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14" creationId="{ABE88B57-1CF9-8D2A-4D5F-970A001190A7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17" creationId="{876BC159-23F2-C5E3-5FF0-751EE1C7C271}"/>
          </ac:spMkLst>
        </pc:spChg>
        <pc:spChg chg="add mod">
          <ac:chgData name="기일 권" userId="2ef98fef2c7306f1" providerId="LiveId" clId="{419890C3-D57B-4747-8E43-33395A2773E5}" dt="2023-12-20T05:28:59.179" v="5228" actId="1076"/>
          <ac:spMkLst>
            <pc:docMk/>
            <pc:sldMk cId="1338569898" sldId="262"/>
            <ac:spMk id="18" creationId="{AA308114-D880-838D-D9E0-194CF037ADD5}"/>
          </ac:spMkLst>
        </pc:spChg>
        <pc:spChg chg="del mod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19" creationId="{C876CE91-6BB3-5CA6-BDFA-78084345E733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21" creationId="{EFEBE6E6-655B-4175-FA0E-172E6A93BD3E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22" creationId="{1FBDBDAC-8557-F25C-F5C9-41DDD7B23C85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23" creationId="{B36D74E0-35B0-72B5-B90B-6C0444FD8227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24" creationId="{BAF1B664-AB2F-3B1B-BBB7-3ED4789C71A5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25" creationId="{4CFFA6DE-B54D-74D4-850F-591EB6A4A58F}"/>
          </ac:spMkLst>
        </pc:spChg>
        <pc:spChg chg="add mod">
          <ac:chgData name="기일 권" userId="2ef98fef2c7306f1" providerId="LiveId" clId="{419890C3-D57B-4747-8E43-33395A2773E5}" dt="2023-12-20T05:29:29.959" v="5230" actId="1076"/>
          <ac:spMkLst>
            <pc:docMk/>
            <pc:sldMk cId="1338569898" sldId="262"/>
            <ac:spMk id="26" creationId="{4B8FAFE9-9F60-F46C-C609-A765F6B88127}"/>
          </ac:spMkLst>
        </pc:spChg>
        <pc:spChg chg="del">
          <ac:chgData name="기일 권" userId="2ef98fef2c7306f1" providerId="LiveId" clId="{419890C3-D57B-4747-8E43-33395A2773E5}" dt="2023-12-20T05:28:45.114" v="5224" actId="478"/>
          <ac:spMkLst>
            <pc:docMk/>
            <pc:sldMk cId="1338569898" sldId="262"/>
            <ac:spMk id="28" creationId="{537DA1F5-54D1-8BE2-56D5-6B5BAAF81905}"/>
          </ac:spMkLst>
        </pc:spChg>
        <pc:spChg chg="del">
          <ac:chgData name="기일 권" userId="2ef98fef2c7306f1" providerId="LiveId" clId="{419890C3-D57B-4747-8E43-33395A2773E5}" dt="2023-12-20T05:28:51.056" v="5225" actId="478"/>
          <ac:spMkLst>
            <pc:docMk/>
            <pc:sldMk cId="1338569898" sldId="262"/>
            <ac:spMk id="29" creationId="{6D0DD843-8E15-AE92-EE6D-717D86766D6C}"/>
          </ac:spMkLst>
        </pc:spChg>
        <pc:spChg chg="add mod">
          <ac:chgData name="기일 권" userId="2ef98fef2c7306f1" providerId="LiveId" clId="{419890C3-D57B-4747-8E43-33395A2773E5}" dt="2023-12-20T05:30:03.127" v="5267" actId="1076"/>
          <ac:spMkLst>
            <pc:docMk/>
            <pc:sldMk cId="1338569898" sldId="262"/>
            <ac:spMk id="30" creationId="{5305B90F-C5D8-7841-E2C1-7F0C28CEF96E}"/>
          </ac:spMkLst>
        </pc:spChg>
        <pc:spChg chg="add mod">
          <ac:chgData name="기일 권" userId="2ef98fef2c7306f1" providerId="LiveId" clId="{419890C3-D57B-4747-8E43-33395A2773E5}" dt="2023-12-20T05:39:13.863" v="5952" actId="1076"/>
          <ac:spMkLst>
            <pc:docMk/>
            <pc:sldMk cId="1338569898" sldId="262"/>
            <ac:spMk id="33" creationId="{C3683120-B678-0B51-DE6B-5E63B2CF8143}"/>
          </ac:spMkLst>
        </pc:spChg>
        <pc:spChg chg="add mod">
          <ac:chgData name="기일 권" userId="2ef98fef2c7306f1" providerId="LiveId" clId="{419890C3-D57B-4747-8E43-33395A2773E5}" dt="2023-12-20T05:55:55.408" v="6586" actId="1076"/>
          <ac:spMkLst>
            <pc:docMk/>
            <pc:sldMk cId="1338569898" sldId="262"/>
            <ac:spMk id="35" creationId="{ECE9BCF4-54DE-8753-3F26-F283C15D2A90}"/>
          </ac:spMkLst>
        </pc:spChg>
        <pc:picChg chg="del">
          <ac:chgData name="기일 권" userId="2ef98fef2c7306f1" providerId="LiveId" clId="{419890C3-D57B-4747-8E43-33395A2773E5}" dt="2023-12-20T05:28:45.114" v="5224" actId="478"/>
          <ac:picMkLst>
            <pc:docMk/>
            <pc:sldMk cId="1338569898" sldId="262"/>
            <ac:picMk id="3" creationId="{C1DF38F6-3A0C-FE19-9D48-C67A4D07C6FB}"/>
          </ac:picMkLst>
        </pc:picChg>
        <pc:picChg chg="del">
          <ac:chgData name="기일 권" userId="2ef98fef2c7306f1" providerId="LiveId" clId="{419890C3-D57B-4747-8E43-33395A2773E5}" dt="2023-12-20T05:28:45.114" v="5224" actId="478"/>
          <ac:picMkLst>
            <pc:docMk/>
            <pc:sldMk cId="1338569898" sldId="262"/>
            <ac:picMk id="8" creationId="{DCD13EC0-13E2-D396-4A7E-FDB32A6AD30A}"/>
          </ac:picMkLst>
        </pc:picChg>
        <pc:picChg chg="del">
          <ac:chgData name="기일 권" userId="2ef98fef2c7306f1" providerId="LiveId" clId="{419890C3-D57B-4747-8E43-33395A2773E5}" dt="2023-12-20T05:28:45.114" v="5224" actId="478"/>
          <ac:picMkLst>
            <pc:docMk/>
            <pc:sldMk cId="1338569898" sldId="262"/>
            <ac:picMk id="15" creationId="{50E6E1FC-7FBB-5532-F36F-8601720E5F70}"/>
          </ac:picMkLst>
        </pc:picChg>
        <pc:picChg chg="del">
          <ac:chgData name="기일 권" userId="2ef98fef2c7306f1" providerId="LiveId" clId="{419890C3-D57B-4747-8E43-33395A2773E5}" dt="2023-12-20T05:28:45.114" v="5224" actId="478"/>
          <ac:picMkLst>
            <pc:docMk/>
            <pc:sldMk cId="1338569898" sldId="262"/>
            <ac:picMk id="20" creationId="{F7C13353-5765-14BB-A78D-0A50BD5FA708}"/>
          </ac:picMkLst>
        </pc:picChg>
        <pc:picChg chg="del">
          <ac:chgData name="기일 권" userId="2ef98fef2c7306f1" providerId="LiveId" clId="{419890C3-D57B-4747-8E43-33395A2773E5}" dt="2023-12-20T05:28:45.114" v="5224" actId="478"/>
          <ac:picMkLst>
            <pc:docMk/>
            <pc:sldMk cId="1338569898" sldId="262"/>
            <ac:picMk id="27" creationId="{8ACD5FEE-F42D-2063-E390-56B4D5BCC0F0}"/>
          </ac:picMkLst>
        </pc:picChg>
        <pc:picChg chg="add mod">
          <ac:chgData name="기일 권" userId="2ef98fef2c7306f1" providerId="LiveId" clId="{419890C3-D57B-4747-8E43-33395A2773E5}" dt="2023-12-20T05:39:30.107" v="5957" actId="1076"/>
          <ac:picMkLst>
            <pc:docMk/>
            <pc:sldMk cId="1338569898" sldId="262"/>
            <ac:picMk id="31" creationId="{65B02BCE-98D5-9FD2-52A2-7AE818BCAB9E}"/>
          </ac:picMkLst>
        </pc:picChg>
        <pc:picChg chg="add mod">
          <ac:chgData name="기일 권" userId="2ef98fef2c7306f1" providerId="LiveId" clId="{419890C3-D57B-4747-8E43-33395A2773E5}" dt="2023-12-20T05:39:27.734" v="5956" actId="1076"/>
          <ac:picMkLst>
            <pc:docMk/>
            <pc:sldMk cId="1338569898" sldId="262"/>
            <ac:picMk id="32" creationId="{BFD4AE42-66C8-715F-1709-BCA64067D449}"/>
          </ac:picMkLst>
        </pc:picChg>
        <pc:picChg chg="add mod">
          <ac:chgData name="기일 권" userId="2ef98fef2c7306f1" providerId="LiveId" clId="{419890C3-D57B-4747-8E43-33395A2773E5}" dt="2023-12-20T05:43:46.022" v="5965" actId="1076"/>
          <ac:picMkLst>
            <pc:docMk/>
            <pc:sldMk cId="1338569898" sldId="262"/>
            <ac:picMk id="34" creationId="{A47035B1-F31C-59E2-72E6-A59C604EBB46}"/>
          </ac:picMkLst>
        </pc:picChg>
      </pc:sldChg>
      <pc:sldChg chg="addSp delSp modSp add mod">
        <pc:chgData name="기일 권" userId="2ef98fef2c7306f1" providerId="LiveId" clId="{419890C3-D57B-4747-8E43-33395A2773E5}" dt="2023-12-20T06:59:41.410" v="7641" actId="478"/>
        <pc:sldMkLst>
          <pc:docMk/>
          <pc:sldMk cId="160763479" sldId="263"/>
        </pc:sldMkLst>
        <pc:spChg chg="mod">
          <ac:chgData name="기일 권" userId="2ef98fef2c7306f1" providerId="LiveId" clId="{419890C3-D57B-4747-8E43-33395A2773E5}" dt="2023-12-20T06:39:03.170" v="7528" actId="20577"/>
          <ac:spMkLst>
            <pc:docMk/>
            <pc:sldMk cId="160763479" sldId="263"/>
            <ac:spMk id="2" creationId="{B29B2575-A181-FE5F-CD8C-ABD11E52A988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3" creationId="{013B16C3-F805-6DA8-185B-2E2A1B3EEB7B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4" creationId="{8BB8C28B-51BA-DA0D-1E07-B93CD7F439F9}"/>
          </ac:spMkLst>
        </pc:spChg>
        <pc:spChg chg="mod">
          <ac:chgData name="기일 권" userId="2ef98fef2c7306f1" providerId="LiveId" clId="{419890C3-D57B-4747-8E43-33395A2773E5}" dt="2023-12-20T06:02:48.350" v="6962" actId="20577"/>
          <ac:spMkLst>
            <pc:docMk/>
            <pc:sldMk cId="160763479" sldId="263"/>
            <ac:spMk id="5" creationId="{90084524-CC88-D85E-32D8-6B06B0BA79D5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7" creationId="{F5B4538F-3498-1DAE-F38A-05054749E78D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8" creationId="{7886A2A5-068E-0AB4-A278-83E7E6F36C74}"/>
          </ac:spMkLst>
        </pc:spChg>
        <pc:spChg chg="mod">
          <ac:chgData name="기일 권" userId="2ef98fef2c7306f1" providerId="LiveId" clId="{419890C3-D57B-4747-8E43-33395A2773E5}" dt="2023-12-20T05:56:51.169" v="6750" actId="20577"/>
          <ac:spMkLst>
            <pc:docMk/>
            <pc:sldMk cId="160763479" sldId="263"/>
            <ac:spMk id="9" creationId="{1FD49136-0A65-3DD6-8A8D-53541D79EB47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11" creationId="{7AE574B1-8D7F-04CC-4803-17199AC2CF3D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12" creationId="{B608413D-FA31-79DF-98E8-D08F63AE3444}"/>
          </ac:spMkLst>
        </pc:spChg>
        <pc:spChg chg="del">
          <ac:chgData name="기일 권" userId="2ef98fef2c7306f1" providerId="LiveId" clId="{419890C3-D57B-4747-8E43-33395A2773E5}" dt="2023-12-20T06:01:32.280" v="6938" actId="478"/>
          <ac:spMkLst>
            <pc:docMk/>
            <pc:sldMk cId="160763479" sldId="263"/>
            <ac:spMk id="13" creationId="{B1C2B517-15C6-F917-D2B8-664CD763D4EC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14" creationId="{A48BFF8A-E9E4-41AB-901A-DFDC9A256FE3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15" creationId="{C0628E7C-3678-9F4E-3A8B-7E700C144762}"/>
          </ac:spMkLst>
        </pc:spChg>
        <pc:spChg chg="add mod">
          <ac:chgData name="기일 권" userId="2ef98fef2c7306f1" providerId="LiveId" clId="{419890C3-D57B-4747-8E43-33395A2773E5}" dt="2023-12-20T06:52:55.571" v="7533" actId="20577"/>
          <ac:spMkLst>
            <pc:docMk/>
            <pc:sldMk cId="160763479" sldId="263"/>
            <ac:spMk id="17" creationId="{68B1BCDE-7E37-951E-0D4D-ABA87211A719}"/>
          </ac:spMkLst>
        </pc:spChg>
        <pc:spChg chg="del">
          <ac:chgData name="기일 권" userId="2ef98fef2c7306f1" providerId="LiveId" clId="{419890C3-D57B-4747-8E43-33395A2773E5}" dt="2023-12-20T06:01:31.138" v="6937" actId="478"/>
          <ac:spMkLst>
            <pc:docMk/>
            <pc:sldMk cId="160763479" sldId="263"/>
            <ac:spMk id="18" creationId="{AA308114-D880-838D-D9E0-194CF037ADD5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19" creationId="{D0369C34-C08D-A5F0-7B20-BB3BFC2694C2}"/>
          </ac:spMkLst>
        </pc:spChg>
        <pc:spChg chg="add mod">
          <ac:chgData name="기일 권" userId="2ef98fef2c7306f1" providerId="LiveId" clId="{419890C3-D57B-4747-8E43-33395A2773E5}" dt="2023-12-20T06:43:14.385" v="7529" actId="1076"/>
          <ac:spMkLst>
            <pc:docMk/>
            <pc:sldMk cId="160763479" sldId="263"/>
            <ac:spMk id="20" creationId="{293B7EC0-07A5-6CEC-5BBC-B9DA0AFE6146}"/>
          </ac:spMkLst>
        </pc:spChg>
        <pc:spChg chg="add del mod">
          <ac:chgData name="기일 권" userId="2ef98fef2c7306f1" providerId="LiveId" clId="{419890C3-D57B-4747-8E43-33395A2773E5}" dt="2023-12-20T06:59:41.410" v="7641" actId="478"/>
          <ac:spMkLst>
            <pc:docMk/>
            <pc:sldMk cId="160763479" sldId="263"/>
            <ac:spMk id="21" creationId="{E7ABAE96-B6E6-EC68-EA1E-4612FD25205B}"/>
          </ac:spMkLst>
        </pc:spChg>
        <pc:spChg chg="add mod">
          <ac:chgData name="기일 권" userId="2ef98fef2c7306f1" providerId="LiveId" clId="{419890C3-D57B-4747-8E43-33395A2773E5}" dt="2023-12-20T06:57:26.555" v="7639" actId="20577"/>
          <ac:spMkLst>
            <pc:docMk/>
            <pc:sldMk cId="160763479" sldId="263"/>
            <ac:spMk id="22" creationId="{F8608BF7-800A-273E-77A8-2DF36943FEA9}"/>
          </ac:spMkLst>
        </pc:spChg>
        <pc:spChg chg="del">
          <ac:chgData name="기일 권" userId="2ef98fef2c7306f1" providerId="LiveId" clId="{419890C3-D57B-4747-8E43-33395A2773E5}" dt="2023-12-20T06:01:28.407" v="6935" actId="478"/>
          <ac:spMkLst>
            <pc:docMk/>
            <pc:sldMk cId="160763479" sldId="263"/>
            <ac:spMk id="26" creationId="{4B8FAFE9-9F60-F46C-C609-A765F6B88127}"/>
          </ac:spMkLst>
        </pc:spChg>
        <pc:spChg chg="del">
          <ac:chgData name="기일 권" userId="2ef98fef2c7306f1" providerId="LiveId" clId="{419890C3-D57B-4747-8E43-33395A2773E5}" dt="2023-12-20T06:01:30.713" v="6936" actId="478"/>
          <ac:spMkLst>
            <pc:docMk/>
            <pc:sldMk cId="160763479" sldId="263"/>
            <ac:spMk id="30" creationId="{5305B90F-C5D8-7841-E2C1-7F0C28CEF96E}"/>
          </ac:spMkLst>
        </pc:spChg>
        <pc:spChg chg="del">
          <ac:chgData name="기일 권" userId="2ef98fef2c7306f1" providerId="LiveId" clId="{419890C3-D57B-4747-8E43-33395A2773E5}" dt="2023-12-20T06:01:33.386" v="6939" actId="478"/>
          <ac:spMkLst>
            <pc:docMk/>
            <pc:sldMk cId="160763479" sldId="263"/>
            <ac:spMk id="33" creationId="{C3683120-B678-0B51-DE6B-5E63B2CF8143}"/>
          </ac:spMkLst>
        </pc:spChg>
        <pc:spChg chg="del">
          <ac:chgData name="기일 권" userId="2ef98fef2c7306f1" providerId="LiveId" clId="{419890C3-D57B-4747-8E43-33395A2773E5}" dt="2023-12-20T06:01:33.386" v="6939" actId="478"/>
          <ac:spMkLst>
            <pc:docMk/>
            <pc:sldMk cId="160763479" sldId="263"/>
            <ac:spMk id="35" creationId="{ECE9BCF4-54DE-8753-3F26-F283C15D2A90}"/>
          </ac:spMkLst>
        </pc:spChg>
        <pc:picChg chg="del">
          <ac:chgData name="기일 권" userId="2ef98fef2c7306f1" providerId="LiveId" clId="{419890C3-D57B-4747-8E43-33395A2773E5}" dt="2023-12-20T06:01:33.386" v="6939" actId="478"/>
          <ac:picMkLst>
            <pc:docMk/>
            <pc:sldMk cId="160763479" sldId="263"/>
            <ac:picMk id="31" creationId="{65B02BCE-98D5-9FD2-52A2-7AE818BCAB9E}"/>
          </ac:picMkLst>
        </pc:picChg>
        <pc:picChg chg="del">
          <ac:chgData name="기일 권" userId="2ef98fef2c7306f1" providerId="LiveId" clId="{419890C3-D57B-4747-8E43-33395A2773E5}" dt="2023-12-20T06:01:33.386" v="6939" actId="478"/>
          <ac:picMkLst>
            <pc:docMk/>
            <pc:sldMk cId="160763479" sldId="263"/>
            <ac:picMk id="32" creationId="{BFD4AE42-66C8-715F-1709-BCA64067D449}"/>
          </ac:picMkLst>
        </pc:picChg>
        <pc:picChg chg="del">
          <ac:chgData name="기일 권" userId="2ef98fef2c7306f1" providerId="LiveId" clId="{419890C3-D57B-4747-8E43-33395A2773E5}" dt="2023-12-20T06:01:33.386" v="6939" actId="478"/>
          <ac:picMkLst>
            <pc:docMk/>
            <pc:sldMk cId="160763479" sldId="263"/>
            <ac:picMk id="34" creationId="{A47035B1-F31C-59E2-72E6-A59C604EBB46}"/>
          </ac:picMkLst>
        </pc:picChg>
      </pc:sldChg>
      <pc:sldChg chg="addSp delSp modSp add mod">
        <pc:chgData name="기일 권" userId="2ef98fef2c7306f1" providerId="LiveId" clId="{419890C3-D57B-4747-8E43-33395A2773E5}" dt="2023-12-20T08:08:44.645" v="9776" actId="1035"/>
        <pc:sldMkLst>
          <pc:docMk/>
          <pc:sldMk cId="1962286299" sldId="264"/>
        </pc:sldMkLst>
        <pc:spChg chg="mod">
          <ac:chgData name="기일 권" userId="2ef98fef2c7306f1" providerId="LiveId" clId="{419890C3-D57B-4747-8E43-33395A2773E5}" dt="2023-12-20T08:08:33.978" v="9769" actId="20577"/>
          <ac:spMkLst>
            <pc:docMk/>
            <pc:sldMk cId="1962286299" sldId="264"/>
            <ac:spMk id="2" creationId="{B29B2575-A181-FE5F-CD8C-ABD11E52A988}"/>
          </ac:spMkLst>
        </pc:spChg>
        <pc:spChg chg="del mod">
          <ac:chgData name="기일 권" userId="2ef98fef2c7306f1" providerId="LiveId" clId="{419890C3-D57B-4747-8E43-33395A2773E5}" dt="2023-12-20T07:16:52.435" v="8458" actId="478"/>
          <ac:spMkLst>
            <pc:docMk/>
            <pc:sldMk cId="1962286299" sldId="264"/>
            <ac:spMk id="3" creationId="{013B16C3-F805-6DA8-185B-2E2A1B3EEB7B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3" creationId="{1C963711-5623-926F-F4CE-22D19DE6C30B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4" creationId="{78507F2A-315F-648B-7F14-76F914C31202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4" creationId="{8BB8C28B-51BA-DA0D-1E07-B93CD7F439F9}"/>
          </ac:spMkLst>
        </pc:spChg>
        <pc:spChg chg="mod">
          <ac:chgData name="기일 권" userId="2ef98fef2c7306f1" providerId="LiveId" clId="{419890C3-D57B-4747-8E43-33395A2773E5}" dt="2023-12-20T07:10:51.480" v="7908" actId="20577"/>
          <ac:spMkLst>
            <pc:docMk/>
            <pc:sldMk cId="1962286299" sldId="264"/>
            <ac:spMk id="5" creationId="{90084524-CC88-D85E-32D8-6B06B0BA79D5}"/>
          </ac:spMkLst>
        </pc:spChg>
        <pc:spChg chg="mod">
          <ac:chgData name="기일 권" userId="2ef98fef2c7306f1" providerId="LiveId" clId="{419890C3-D57B-4747-8E43-33395A2773E5}" dt="2023-12-20T07:01:25.379" v="7650" actId="20577"/>
          <ac:spMkLst>
            <pc:docMk/>
            <pc:sldMk cId="1962286299" sldId="264"/>
            <ac:spMk id="6" creationId="{6AD760A5-771A-9EC6-F300-2A18AF3EAD3B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7" creationId="{D5D73FA2-BB75-0B9B-0803-7935CDBFD70F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7" creationId="{F5B4538F-3498-1DAE-F38A-05054749E78D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8" creationId="{2671CED2-5ABC-C2E1-0B42-18C2CF3811CD}"/>
          </ac:spMkLst>
        </pc:spChg>
        <pc:spChg chg="del">
          <ac:chgData name="기일 권" userId="2ef98fef2c7306f1" providerId="LiveId" clId="{419890C3-D57B-4747-8E43-33395A2773E5}" dt="2023-12-20T07:01:08.962" v="7647" actId="478"/>
          <ac:spMkLst>
            <pc:docMk/>
            <pc:sldMk cId="1962286299" sldId="264"/>
            <ac:spMk id="8" creationId="{7886A2A5-068E-0AB4-A278-83E7E6F36C74}"/>
          </ac:spMkLst>
        </pc:spChg>
        <pc:spChg chg="mod">
          <ac:chgData name="기일 권" userId="2ef98fef2c7306f1" providerId="LiveId" clId="{419890C3-D57B-4747-8E43-33395A2773E5}" dt="2023-12-20T07:14:48.061" v="8122" actId="20577"/>
          <ac:spMkLst>
            <pc:docMk/>
            <pc:sldMk cId="1962286299" sldId="264"/>
            <ac:spMk id="9" creationId="{1FD49136-0A65-3DD6-8A8D-53541D79EB47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1" creationId="{443B9816-5BB6-3E0B-0A25-43CF5BD5E55B}"/>
          </ac:spMkLst>
        </pc:spChg>
        <pc:spChg chg="del">
          <ac:chgData name="기일 권" userId="2ef98fef2c7306f1" providerId="LiveId" clId="{419890C3-D57B-4747-8E43-33395A2773E5}" dt="2023-12-20T07:01:07.946" v="7644" actId="478"/>
          <ac:spMkLst>
            <pc:docMk/>
            <pc:sldMk cId="1962286299" sldId="264"/>
            <ac:spMk id="11" creationId="{7AE574B1-8D7F-04CC-4803-17199AC2CF3D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12" creationId="{B608413D-FA31-79DF-98E8-D08F63AE3444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2" creationId="{BDE2FD95-F351-99A6-0FFC-7F3F8F77D72D}"/>
          </ac:spMkLst>
        </pc:spChg>
        <pc:spChg chg="add del mod">
          <ac:chgData name="기일 권" userId="2ef98fef2c7306f1" providerId="LiveId" clId="{419890C3-D57B-4747-8E43-33395A2773E5}" dt="2023-12-20T08:00:36.667" v="9565" actId="478"/>
          <ac:spMkLst>
            <pc:docMk/>
            <pc:sldMk cId="1962286299" sldId="264"/>
            <ac:spMk id="13" creationId="{6B232EC8-A28B-A204-BFF1-55A290F5B63E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3" creationId="{9F0DE01D-50C3-C905-E879-41E3DD02F2B2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4" creationId="{4C48A9DC-0BA9-6B16-3C1F-B2E1E23BA3A8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14" creationId="{A48BFF8A-E9E4-41AB-901A-DFDC9A256FE3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5" creationId="{A0920134-A889-72AB-6822-27D042FA163A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15" creationId="{C0628E7C-3678-9F4E-3A8B-7E700C144762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17" creationId="{68B1BCDE-7E37-951E-0D4D-ABA87211A719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7" creationId="{EB28EC26-A1F7-E9F0-CFE8-265BAA99DE71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19" creationId="{5080A643-49DE-34B3-D4E7-A90142D1CA5A}"/>
          </ac:spMkLst>
        </pc:spChg>
        <pc:spChg chg="del mod">
          <ac:chgData name="기일 권" userId="2ef98fef2c7306f1" providerId="LiveId" clId="{419890C3-D57B-4747-8E43-33395A2773E5}" dt="2023-12-20T07:01:08.428" v="7646" actId="478"/>
          <ac:spMkLst>
            <pc:docMk/>
            <pc:sldMk cId="1962286299" sldId="264"/>
            <ac:spMk id="19" creationId="{D0369C34-C08D-A5F0-7B20-BB3BFC2694C2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20" creationId="{293B7EC0-07A5-6CEC-5BBC-B9DA0AFE6146}"/>
          </ac:spMkLst>
        </pc:spChg>
        <pc:spChg chg="del">
          <ac:chgData name="기일 권" userId="2ef98fef2c7306f1" providerId="LiveId" clId="{419890C3-D57B-4747-8E43-33395A2773E5}" dt="2023-12-20T07:01:06.317" v="7643" actId="478"/>
          <ac:spMkLst>
            <pc:docMk/>
            <pc:sldMk cId="1962286299" sldId="264"/>
            <ac:spMk id="22" creationId="{F8608BF7-800A-273E-77A8-2DF36943FEA9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24" creationId="{86109FD9-0471-C8E0-B848-D35145EE613B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25" creationId="{3381083A-5A4D-C889-638D-30B9C4A211CF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26" creationId="{F02AE34D-7E6B-2DD9-80B2-41DB46DA152E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29" creationId="{13F46E08-5533-3242-EC85-0ED96EE028B2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30" creationId="{816F57E6-71D6-0DF0-2F1F-FF9F775E1892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31" creationId="{9B15505D-96DC-D1B8-02B3-C6FB2B50D04D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32" creationId="{B64C97CB-FE7A-6BC0-E86E-3EC3E394D0AE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33" creationId="{585AD188-D347-BF0D-FF36-B3F7FA42CF3C}"/>
          </ac:spMkLst>
        </pc:spChg>
        <pc:spChg chg="add mod ord">
          <ac:chgData name="기일 권" userId="2ef98fef2c7306f1" providerId="LiveId" clId="{419890C3-D57B-4747-8E43-33395A2773E5}" dt="2023-12-20T08:08:39.607" v="9770" actId="14100"/>
          <ac:spMkLst>
            <pc:docMk/>
            <pc:sldMk cId="1962286299" sldId="264"/>
            <ac:spMk id="34" creationId="{3868947B-1C3C-E2FF-BBFC-A148F01EDDC1}"/>
          </ac:spMkLst>
        </pc:spChg>
        <pc:spChg chg="add mod">
          <ac:chgData name="기일 권" userId="2ef98fef2c7306f1" providerId="LiveId" clId="{419890C3-D57B-4747-8E43-33395A2773E5}" dt="2023-12-20T08:08:44.645" v="9776" actId="1035"/>
          <ac:spMkLst>
            <pc:docMk/>
            <pc:sldMk cId="1962286299" sldId="264"/>
            <ac:spMk id="35" creationId="{60623666-C634-CA41-DB76-2BC50C295672}"/>
          </ac:spMkLst>
        </pc:spChg>
        <pc:picChg chg="add mod">
          <ac:chgData name="기일 권" userId="2ef98fef2c7306f1" providerId="LiveId" clId="{419890C3-D57B-4747-8E43-33395A2773E5}" dt="2023-12-20T08:08:44.645" v="9776" actId="1035"/>
          <ac:picMkLst>
            <pc:docMk/>
            <pc:sldMk cId="1962286299" sldId="264"/>
            <ac:picMk id="18" creationId="{9EF2D3E4-4C82-876D-EF5E-E619DFAC052C}"/>
          </ac:picMkLst>
        </pc:picChg>
        <pc:picChg chg="add mod">
          <ac:chgData name="기일 권" userId="2ef98fef2c7306f1" providerId="LiveId" clId="{419890C3-D57B-4747-8E43-33395A2773E5}" dt="2023-12-20T08:08:44.645" v="9776" actId="1035"/>
          <ac:picMkLst>
            <pc:docMk/>
            <pc:sldMk cId="1962286299" sldId="264"/>
            <ac:picMk id="21" creationId="{0CB7BB84-F898-6B39-C3F4-712AE243E219}"/>
          </ac:picMkLst>
        </pc:picChg>
        <pc:picChg chg="add mod">
          <ac:chgData name="기일 권" userId="2ef98fef2c7306f1" providerId="LiveId" clId="{419890C3-D57B-4747-8E43-33395A2773E5}" dt="2023-12-20T08:08:44.645" v="9776" actId="1035"/>
          <ac:picMkLst>
            <pc:docMk/>
            <pc:sldMk cId="1962286299" sldId="264"/>
            <ac:picMk id="23" creationId="{5644672B-45C3-9785-9F3F-70E5D1B3C2A3}"/>
          </ac:picMkLst>
        </pc:picChg>
        <pc:picChg chg="add mod">
          <ac:chgData name="기일 권" userId="2ef98fef2c7306f1" providerId="LiveId" clId="{419890C3-D57B-4747-8E43-33395A2773E5}" dt="2023-12-20T08:08:44.645" v="9776" actId="1035"/>
          <ac:picMkLst>
            <pc:docMk/>
            <pc:sldMk cId="1962286299" sldId="264"/>
            <ac:picMk id="27" creationId="{80C4220B-59D8-BC09-B573-B590428A488C}"/>
          </ac:picMkLst>
        </pc:picChg>
        <pc:picChg chg="add mod">
          <ac:chgData name="기일 권" userId="2ef98fef2c7306f1" providerId="LiveId" clId="{419890C3-D57B-4747-8E43-33395A2773E5}" dt="2023-12-20T08:08:44.645" v="9776" actId="1035"/>
          <ac:picMkLst>
            <pc:docMk/>
            <pc:sldMk cId="1962286299" sldId="264"/>
            <ac:picMk id="28" creationId="{49B85A50-86D0-C810-1FD6-066BE68CD552}"/>
          </ac:picMkLst>
        </pc:picChg>
      </pc:sldChg>
      <pc:sldChg chg="addSp delSp modSp add mod ord">
        <pc:chgData name="기일 권" userId="2ef98fef2c7306f1" providerId="LiveId" clId="{419890C3-D57B-4747-8E43-33395A2773E5}" dt="2023-12-20T07:56:05.365" v="9468" actId="1076"/>
        <pc:sldMkLst>
          <pc:docMk/>
          <pc:sldMk cId="1479085337" sldId="265"/>
        </pc:sldMkLst>
        <pc:spChg chg="del">
          <ac:chgData name="기일 권" userId="2ef98fef2c7306f1" providerId="LiveId" clId="{419890C3-D57B-4747-8E43-33395A2773E5}" dt="2023-12-20T07:19:07.604" v="8618" actId="478"/>
          <ac:spMkLst>
            <pc:docMk/>
            <pc:sldMk cId="1479085337" sldId="265"/>
            <ac:spMk id="2" creationId="{B29B2575-A181-FE5F-CD8C-ABD11E52A988}"/>
          </ac:spMkLst>
        </pc:spChg>
        <pc:spChg chg="del">
          <ac:chgData name="기일 권" userId="2ef98fef2c7306f1" providerId="LiveId" clId="{419890C3-D57B-4747-8E43-33395A2773E5}" dt="2023-12-20T07:18:55.626" v="8616" actId="478"/>
          <ac:spMkLst>
            <pc:docMk/>
            <pc:sldMk cId="1479085337" sldId="265"/>
            <ac:spMk id="4" creationId="{CEA39C38-50D3-83D2-D9D5-12C31C3B44F4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7" creationId="{05738458-FFB1-F75E-7784-CD905894F7A6}"/>
          </ac:spMkLst>
        </pc:spChg>
        <pc:spChg chg="mod">
          <ac:chgData name="기일 권" userId="2ef98fef2c7306f1" providerId="LiveId" clId="{419890C3-D57B-4747-8E43-33395A2773E5}" dt="2023-12-20T07:19:17.291" v="8629" actId="20577"/>
          <ac:spMkLst>
            <pc:docMk/>
            <pc:sldMk cId="1479085337" sldId="265"/>
            <ac:spMk id="9" creationId="{1FD49136-0A65-3DD6-8A8D-53541D79EB47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11" creationId="{35185C67-27F3-E20E-2313-58D2FA64CE2A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12" creationId="{02407979-A7BA-DD95-1122-5DC0A88F4CD1}"/>
          </ac:spMkLst>
        </pc:spChg>
        <pc:spChg chg="add mod">
          <ac:chgData name="기일 권" userId="2ef98fef2c7306f1" providerId="LiveId" clId="{419890C3-D57B-4747-8E43-33395A2773E5}" dt="2023-12-20T07:46:09.694" v="9366" actId="1076"/>
          <ac:spMkLst>
            <pc:docMk/>
            <pc:sldMk cId="1479085337" sldId="265"/>
            <ac:spMk id="13" creationId="{25564DDA-DF88-1C19-EB1B-AE8694B8D43B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14" creationId="{ABE88B57-1CF9-8D2A-4D5F-970A001190A7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17" creationId="{876BC159-23F2-C5E3-5FF0-751EE1C7C271}"/>
          </ac:spMkLst>
        </pc:spChg>
        <pc:spChg chg="add del mod">
          <ac:chgData name="기일 권" userId="2ef98fef2c7306f1" providerId="LiveId" clId="{419890C3-D57B-4747-8E43-33395A2773E5}" dt="2023-12-20T07:20:13.034" v="8632" actId="478"/>
          <ac:spMkLst>
            <pc:docMk/>
            <pc:sldMk cId="1479085337" sldId="265"/>
            <ac:spMk id="18" creationId="{29DD69C5-B666-E946-0BFC-F4B9D004FC4F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19" creationId="{C876CE91-6BB3-5CA6-BDFA-78084345E733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21" creationId="{EFEBE6E6-655B-4175-FA0E-172E6A93BD3E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22" creationId="{1FBDBDAC-8557-F25C-F5C9-41DDD7B23C85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23" creationId="{B36D74E0-35B0-72B5-B90B-6C0444FD8227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24" creationId="{BAF1B664-AB2F-3B1B-BBB7-3ED4789C71A5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25" creationId="{4CFFA6DE-B54D-74D4-850F-591EB6A4A58F}"/>
          </ac:spMkLst>
        </pc:spChg>
        <pc:spChg chg="add mod">
          <ac:chgData name="기일 권" userId="2ef98fef2c7306f1" providerId="LiveId" clId="{419890C3-D57B-4747-8E43-33395A2773E5}" dt="2023-12-20T07:32:55.894" v="8985" actId="1076"/>
          <ac:spMkLst>
            <pc:docMk/>
            <pc:sldMk cId="1479085337" sldId="265"/>
            <ac:spMk id="26" creationId="{EE537CC3-FECA-585D-23B4-52003FF15A26}"/>
          </ac:spMkLst>
        </pc:spChg>
        <pc:spChg chg="del">
          <ac:chgData name="기일 권" userId="2ef98fef2c7306f1" providerId="LiveId" clId="{419890C3-D57B-4747-8E43-33395A2773E5}" dt="2023-12-20T07:18:53.948" v="8615" actId="478"/>
          <ac:spMkLst>
            <pc:docMk/>
            <pc:sldMk cId="1479085337" sldId="265"/>
            <ac:spMk id="28" creationId="{537DA1F5-54D1-8BE2-56D5-6B5BAAF81905}"/>
          </ac:spMkLst>
        </pc:spChg>
        <pc:spChg chg="del">
          <ac:chgData name="기일 권" userId="2ef98fef2c7306f1" providerId="LiveId" clId="{419890C3-D57B-4747-8E43-33395A2773E5}" dt="2023-12-20T07:18:51.762" v="8614" actId="478"/>
          <ac:spMkLst>
            <pc:docMk/>
            <pc:sldMk cId="1479085337" sldId="265"/>
            <ac:spMk id="29" creationId="{6D0DD843-8E15-AE92-EE6D-717D86766D6C}"/>
          </ac:spMkLst>
        </pc:spChg>
        <pc:spChg chg="add mod">
          <ac:chgData name="기일 권" userId="2ef98fef2c7306f1" providerId="LiveId" clId="{419890C3-D57B-4747-8E43-33395A2773E5}" dt="2023-12-20T07:48:34.864" v="9398" actId="1076"/>
          <ac:spMkLst>
            <pc:docMk/>
            <pc:sldMk cId="1479085337" sldId="265"/>
            <ac:spMk id="34" creationId="{95620D7D-44EA-7F76-1F4E-C6924256D3C2}"/>
          </ac:spMkLst>
        </pc:spChg>
        <pc:spChg chg="add mod">
          <ac:chgData name="기일 권" userId="2ef98fef2c7306f1" providerId="LiveId" clId="{419890C3-D57B-4747-8E43-33395A2773E5}" dt="2023-12-20T07:48:34.864" v="9398" actId="1076"/>
          <ac:spMkLst>
            <pc:docMk/>
            <pc:sldMk cId="1479085337" sldId="265"/>
            <ac:spMk id="38" creationId="{DED856F5-663F-B752-FA0B-BE3543B1ECAB}"/>
          </ac:spMkLst>
        </pc:spChg>
        <pc:spChg chg="add mod">
          <ac:chgData name="기일 권" userId="2ef98fef2c7306f1" providerId="LiveId" clId="{419890C3-D57B-4747-8E43-33395A2773E5}" dt="2023-12-20T07:48:34.864" v="9398" actId="1076"/>
          <ac:spMkLst>
            <pc:docMk/>
            <pc:sldMk cId="1479085337" sldId="265"/>
            <ac:spMk id="39" creationId="{218F37F4-6374-98AF-9FC6-AF59B54540E8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40" creationId="{AC4E495B-1F22-FB51-9880-ACCFAD16DE54}"/>
          </ac:spMkLst>
        </pc:spChg>
        <pc:spChg chg="add mod">
          <ac:chgData name="기일 권" userId="2ef98fef2c7306f1" providerId="LiveId" clId="{419890C3-D57B-4747-8E43-33395A2773E5}" dt="2023-12-20T07:48:34.864" v="9398" actId="1076"/>
          <ac:spMkLst>
            <pc:docMk/>
            <pc:sldMk cId="1479085337" sldId="265"/>
            <ac:spMk id="41" creationId="{4EC1BD71-C39F-1CB6-2D1C-3616E982893E}"/>
          </ac:spMkLst>
        </pc:spChg>
        <pc:spChg chg="add del mod">
          <ac:chgData name="기일 권" userId="2ef98fef2c7306f1" providerId="LiveId" clId="{419890C3-D57B-4747-8E43-33395A2773E5}" dt="2023-12-20T07:28:56.531" v="8918" actId="478"/>
          <ac:spMkLst>
            <pc:docMk/>
            <pc:sldMk cId="1479085337" sldId="265"/>
            <ac:spMk id="42" creationId="{B9A52977-55A5-5771-4EE9-34964553E709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44" creationId="{8C867DA8-7EBD-5432-2F04-4449243FD311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45" creationId="{9C5B1739-05D9-CBAF-55F9-D47A5117C338}"/>
          </ac:spMkLst>
        </pc:spChg>
        <pc:spChg chg="add mod">
          <ac:chgData name="기일 권" userId="2ef98fef2c7306f1" providerId="LiveId" clId="{419890C3-D57B-4747-8E43-33395A2773E5}" dt="2023-12-20T07:52:34.122" v="9457" actId="1076"/>
          <ac:spMkLst>
            <pc:docMk/>
            <pc:sldMk cId="1479085337" sldId="265"/>
            <ac:spMk id="47" creationId="{CA6E4820-DD8B-F4DE-4762-786DD51F5DE1}"/>
          </ac:spMkLst>
        </pc:spChg>
        <pc:spChg chg="add mod">
          <ac:chgData name="기일 권" userId="2ef98fef2c7306f1" providerId="LiveId" clId="{419890C3-D57B-4747-8E43-33395A2773E5}" dt="2023-12-20T07:53:11.920" v="9465" actId="1076"/>
          <ac:spMkLst>
            <pc:docMk/>
            <pc:sldMk cId="1479085337" sldId="265"/>
            <ac:spMk id="51" creationId="{4CF89051-F013-37C2-6ECF-2CF553E0F146}"/>
          </ac:spMkLst>
        </pc:spChg>
        <pc:spChg chg="add mod">
          <ac:chgData name="기일 권" userId="2ef98fef2c7306f1" providerId="LiveId" clId="{419890C3-D57B-4747-8E43-33395A2773E5}" dt="2023-12-20T07:52:16.485" v="9455" actId="1076"/>
          <ac:spMkLst>
            <pc:docMk/>
            <pc:sldMk cId="1479085337" sldId="265"/>
            <ac:spMk id="53" creationId="{CED885C1-D251-15DC-1B7B-3DCBAFFD8555}"/>
          </ac:spMkLst>
        </pc:spChg>
        <pc:spChg chg="add mod">
          <ac:chgData name="기일 권" userId="2ef98fef2c7306f1" providerId="LiveId" clId="{419890C3-D57B-4747-8E43-33395A2773E5}" dt="2023-12-20T07:53:00.910" v="9464" actId="1076"/>
          <ac:spMkLst>
            <pc:docMk/>
            <pc:sldMk cId="1479085337" sldId="265"/>
            <ac:spMk id="55" creationId="{F14028D9-D996-D182-69FA-1CE68EB9472D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57" creationId="{0E6753FF-FE67-9F9B-ADA7-9F9593751C1B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58" creationId="{8FB6E35E-1145-C116-0D41-C92F7CF2643D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60" creationId="{0537D7EC-EEDD-D096-F185-A1094FE565E0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61" creationId="{16446F39-2E65-5BC3-B43B-C56188A5AB34}"/>
          </ac:spMkLst>
        </pc:spChg>
        <pc:spChg chg="add mod">
          <ac:chgData name="기일 권" userId="2ef98fef2c7306f1" providerId="LiveId" clId="{419890C3-D57B-4747-8E43-33395A2773E5}" dt="2023-12-20T07:52:12.577" v="9454" actId="1076"/>
          <ac:spMkLst>
            <pc:docMk/>
            <pc:sldMk cId="1479085337" sldId="265"/>
            <ac:spMk id="63" creationId="{36E91758-5104-6EC5-E4DA-4489DF9F64D7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65" creationId="{B2AD034B-C376-D0B4-48E8-89F543827C19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67" creationId="{53849FAE-CE8B-EDB8-45F8-E559C60CA5F6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68" creationId="{E2BDE3A4-CF16-3024-6F62-84DF98E02465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70" creationId="{78D8CA98-F84E-1D22-7DC4-C9CB86FB87B8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71" creationId="{831319A2-CB06-1B94-2512-D61022E580BD}"/>
          </ac:spMkLst>
        </pc:spChg>
        <pc:spChg chg="add mod">
          <ac:chgData name="기일 권" userId="2ef98fef2c7306f1" providerId="LiveId" clId="{419890C3-D57B-4747-8E43-33395A2773E5}" dt="2023-12-20T07:52:10.231" v="9453" actId="1076"/>
          <ac:spMkLst>
            <pc:docMk/>
            <pc:sldMk cId="1479085337" sldId="265"/>
            <ac:spMk id="73" creationId="{D6523BED-CA9A-64D0-ABFE-3523E4D8DAD3}"/>
          </ac:spMkLst>
        </pc:spChg>
        <pc:spChg chg="add mod">
          <ac:chgData name="기일 권" userId="2ef98fef2c7306f1" providerId="LiveId" clId="{419890C3-D57B-4747-8E43-33395A2773E5}" dt="2023-12-20T07:52:57.681" v="9463" actId="1076"/>
          <ac:spMkLst>
            <pc:docMk/>
            <pc:sldMk cId="1479085337" sldId="265"/>
            <ac:spMk id="75" creationId="{7571A5F5-A7DB-42AB-AE96-183DD66F6F21}"/>
          </ac:spMkLst>
        </pc:spChg>
        <pc:spChg chg="add mod">
          <ac:chgData name="기일 권" userId="2ef98fef2c7306f1" providerId="LiveId" clId="{419890C3-D57B-4747-8E43-33395A2773E5}" dt="2023-12-20T07:51:17.396" v="9448" actId="1076"/>
          <ac:spMkLst>
            <pc:docMk/>
            <pc:sldMk cId="1479085337" sldId="265"/>
            <ac:spMk id="77" creationId="{CD00414C-AF75-4D5F-E874-E14D4DA16917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78" creationId="{D64D8486-E5C3-6D9F-C392-11FB65096194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81" creationId="{88B43825-AB34-DC04-407E-8C9D3536F987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82" creationId="{5CC4A190-A018-B37B-10BC-2F6587B8DEB2}"/>
          </ac:spMkLst>
        </pc:spChg>
        <pc:spChg chg="add mod">
          <ac:chgData name="기일 권" userId="2ef98fef2c7306f1" providerId="LiveId" clId="{419890C3-D57B-4747-8E43-33395A2773E5}" dt="2023-12-20T07:51:01.194" v="9445" actId="1076"/>
          <ac:spMkLst>
            <pc:docMk/>
            <pc:sldMk cId="1479085337" sldId="265"/>
            <ac:spMk id="85" creationId="{8A89C1DD-1A37-5C2E-E5D0-E592608714E7}"/>
          </ac:spMkLst>
        </pc:spChg>
        <pc:spChg chg="add mod">
          <ac:chgData name="기일 권" userId="2ef98fef2c7306f1" providerId="LiveId" clId="{419890C3-D57B-4747-8E43-33395A2773E5}" dt="2023-12-20T07:51:11.438" v="9447" actId="1076"/>
          <ac:spMkLst>
            <pc:docMk/>
            <pc:sldMk cId="1479085337" sldId="265"/>
            <ac:spMk id="87" creationId="{5D3EA5BF-5B05-0799-A24E-303F9A4A3162}"/>
          </ac:spMkLst>
        </pc:spChg>
        <pc:spChg chg="add mod">
          <ac:chgData name="기일 권" userId="2ef98fef2c7306f1" providerId="LiveId" clId="{419890C3-D57B-4747-8E43-33395A2773E5}" dt="2023-12-20T07:52:07.787" v="9452" actId="1076"/>
          <ac:spMkLst>
            <pc:docMk/>
            <pc:sldMk cId="1479085337" sldId="265"/>
            <ac:spMk id="89" creationId="{B849FF79-2D57-62C5-4CD9-F7AF3F1BEB5F}"/>
          </ac:spMkLst>
        </pc:spChg>
        <pc:spChg chg="add mod">
          <ac:chgData name="기일 권" userId="2ef98fef2c7306f1" providerId="LiveId" clId="{419890C3-D57B-4747-8E43-33395A2773E5}" dt="2023-12-20T07:52:50.378" v="9461" actId="1076"/>
          <ac:spMkLst>
            <pc:docMk/>
            <pc:sldMk cId="1479085337" sldId="265"/>
            <ac:spMk id="91" creationId="{FF4419FE-5D52-6A92-C7D2-9A383FB858DB}"/>
          </ac:spMkLst>
        </pc:spChg>
        <pc:picChg chg="del">
          <ac:chgData name="기일 권" userId="2ef98fef2c7306f1" providerId="LiveId" clId="{419890C3-D57B-4747-8E43-33395A2773E5}" dt="2023-12-20T07:18:53.948" v="8615" actId="478"/>
          <ac:picMkLst>
            <pc:docMk/>
            <pc:sldMk cId="1479085337" sldId="265"/>
            <ac:picMk id="3" creationId="{C1DF38F6-3A0C-FE19-9D48-C67A4D07C6FB}"/>
          </ac:picMkLst>
        </pc:picChg>
        <pc:picChg chg="del">
          <ac:chgData name="기일 권" userId="2ef98fef2c7306f1" providerId="LiveId" clId="{419890C3-D57B-4747-8E43-33395A2773E5}" dt="2023-12-20T07:18:53.948" v="8615" actId="478"/>
          <ac:picMkLst>
            <pc:docMk/>
            <pc:sldMk cId="1479085337" sldId="265"/>
            <ac:picMk id="8" creationId="{DCD13EC0-13E2-D396-4A7E-FDB32A6AD30A}"/>
          </ac:picMkLst>
        </pc:picChg>
        <pc:picChg chg="del">
          <ac:chgData name="기일 권" userId="2ef98fef2c7306f1" providerId="LiveId" clId="{419890C3-D57B-4747-8E43-33395A2773E5}" dt="2023-12-20T07:18:53.948" v="8615" actId="478"/>
          <ac:picMkLst>
            <pc:docMk/>
            <pc:sldMk cId="1479085337" sldId="265"/>
            <ac:picMk id="15" creationId="{50E6E1FC-7FBB-5532-F36F-8601720E5F70}"/>
          </ac:picMkLst>
        </pc:picChg>
        <pc:picChg chg="del">
          <ac:chgData name="기일 권" userId="2ef98fef2c7306f1" providerId="LiveId" clId="{419890C3-D57B-4747-8E43-33395A2773E5}" dt="2023-12-20T07:18:53.948" v="8615" actId="478"/>
          <ac:picMkLst>
            <pc:docMk/>
            <pc:sldMk cId="1479085337" sldId="265"/>
            <ac:picMk id="20" creationId="{F7C13353-5765-14BB-A78D-0A50BD5FA708}"/>
          </ac:picMkLst>
        </pc:picChg>
        <pc:picChg chg="del">
          <ac:chgData name="기일 권" userId="2ef98fef2c7306f1" providerId="LiveId" clId="{419890C3-D57B-4747-8E43-33395A2773E5}" dt="2023-12-20T07:18:53.948" v="8615" actId="478"/>
          <ac:picMkLst>
            <pc:docMk/>
            <pc:sldMk cId="1479085337" sldId="265"/>
            <ac:picMk id="27" creationId="{8ACD5FEE-F42D-2063-E390-56B4D5BCC0F0}"/>
          </ac:picMkLst>
        </pc:picChg>
        <pc:cxnChg chg="add mod">
          <ac:chgData name="기일 권" userId="2ef98fef2c7306f1" providerId="LiveId" clId="{419890C3-D57B-4747-8E43-33395A2773E5}" dt="2023-12-20T07:48:24.501" v="9397" actId="14100"/>
          <ac:cxnSpMkLst>
            <pc:docMk/>
            <pc:sldMk cId="1479085337" sldId="265"/>
            <ac:cxnSpMk id="31" creationId="{27D4FA26-2DED-76FC-F826-30CBA0D17271}"/>
          </ac:cxnSpMkLst>
        </pc:cxnChg>
        <pc:cxnChg chg="add mod">
          <ac:chgData name="기일 권" userId="2ef98fef2c7306f1" providerId="LiveId" clId="{419890C3-D57B-4747-8E43-33395A2773E5}" dt="2023-12-20T07:50:42.231" v="9444" actId="14100"/>
          <ac:cxnSpMkLst>
            <pc:docMk/>
            <pc:sldMk cId="1479085337" sldId="265"/>
            <ac:cxnSpMk id="35" creationId="{9F14AAFC-CAFA-AAA2-16C6-EF91920EF9C7}"/>
          </ac:cxnSpMkLst>
        </pc:cxnChg>
        <pc:cxnChg chg="add mod">
          <ac:chgData name="기일 권" userId="2ef98fef2c7306f1" providerId="LiveId" clId="{419890C3-D57B-4747-8E43-33395A2773E5}" dt="2023-12-20T07:48:34.864" v="9398" actId="1076"/>
          <ac:cxnSpMkLst>
            <pc:docMk/>
            <pc:sldMk cId="1479085337" sldId="265"/>
            <ac:cxnSpMk id="36" creationId="{A5BD93D6-0296-1435-76C8-71FFAFE80786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43" creationId="{AAB9EA5D-A784-A4AC-7D99-ABC7FC005E02}"/>
          </ac:cxnSpMkLst>
        </pc:cxnChg>
        <pc:cxnChg chg="add mod">
          <ac:chgData name="기일 권" userId="2ef98fef2c7306f1" providerId="LiveId" clId="{419890C3-D57B-4747-8E43-33395A2773E5}" dt="2023-12-20T07:48:34.864" v="9398" actId="1076"/>
          <ac:cxnSpMkLst>
            <pc:docMk/>
            <pc:sldMk cId="1479085337" sldId="265"/>
            <ac:cxnSpMk id="46" creationId="{1816E317-8790-8862-BD55-82CB51F20F4C}"/>
          </ac:cxnSpMkLst>
        </pc:cxnChg>
        <pc:cxnChg chg="add del mod">
          <ac:chgData name="기일 권" userId="2ef98fef2c7306f1" providerId="LiveId" clId="{419890C3-D57B-4747-8E43-33395A2773E5}" dt="2023-12-20T07:32:55.551" v="8984"/>
          <ac:cxnSpMkLst>
            <pc:docMk/>
            <pc:sldMk cId="1479085337" sldId="265"/>
            <ac:cxnSpMk id="48" creationId="{1E9DC763-8905-44B8-0B15-194957772702}"/>
          </ac:cxnSpMkLst>
        </pc:cxnChg>
        <pc:cxnChg chg="add mod">
          <ac:chgData name="기일 권" userId="2ef98fef2c7306f1" providerId="LiveId" clId="{419890C3-D57B-4747-8E43-33395A2773E5}" dt="2023-12-20T07:56:05.365" v="9468" actId="1076"/>
          <ac:cxnSpMkLst>
            <pc:docMk/>
            <pc:sldMk cId="1479085337" sldId="265"/>
            <ac:cxnSpMk id="50" creationId="{94747E7E-B15F-8C49-ED23-C6D045D37419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52" creationId="{9966987A-4F46-2B2A-55B6-3C6C2215498D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54" creationId="{408C2352-B9FD-A4C5-A328-57B30F00A4B1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56" creationId="{840EAF3B-B01B-F817-A799-3FC0D3EF8E58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59" creationId="{385FE014-B0FD-683B-4340-2A174D0701EC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62" creationId="{C784138C-2041-7224-8ACD-71966868C5D4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64" creationId="{1BAB5D25-D9EF-A71C-6F00-743FF74AB1B4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66" creationId="{7F5BB241-B032-5655-AF87-E7C279BDEC23}"/>
          </ac:cxnSpMkLst>
        </pc:cxnChg>
        <pc:cxnChg chg="add del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69" creationId="{5A0158EC-F800-4F74-49C7-DC80F3BAB95A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72" creationId="{1934B575-65B1-B057-35BE-2C8EA7A34E91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74" creationId="{4B38D6D5-E327-163E-D98A-88A4588D0130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76" creationId="{CE95AEBC-300B-3E0F-8B3F-DF35E3CCF0DA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80" creationId="{07E11F89-F06E-5E7C-44B3-4AC35110030D}"/>
          </ac:cxnSpMkLst>
        </pc:cxnChg>
        <pc:cxnChg chg="add mod">
          <ac:chgData name="기일 권" userId="2ef98fef2c7306f1" providerId="LiveId" clId="{419890C3-D57B-4747-8E43-33395A2773E5}" dt="2023-12-20T07:51:01.194" v="9445" actId="1076"/>
          <ac:cxnSpMkLst>
            <pc:docMk/>
            <pc:sldMk cId="1479085337" sldId="265"/>
            <ac:cxnSpMk id="83" creationId="{31A5B396-9400-F13A-7D62-6E96765F480D}"/>
          </ac:cxnSpMkLst>
        </pc:cxnChg>
        <pc:cxnChg chg="add mod">
          <ac:chgData name="기일 권" userId="2ef98fef2c7306f1" providerId="LiveId" clId="{419890C3-D57B-4747-8E43-33395A2773E5}" dt="2023-12-20T07:51:57.783" v="9450" actId="1076"/>
          <ac:cxnSpMkLst>
            <pc:docMk/>
            <pc:sldMk cId="1479085337" sldId="265"/>
            <ac:cxnSpMk id="88" creationId="{0E663213-28AF-CE10-F647-83898B299E57}"/>
          </ac:cxnSpMkLst>
        </pc:cxnChg>
        <pc:cxnChg chg="add mod">
          <ac:chgData name="기일 권" userId="2ef98fef2c7306f1" providerId="LiveId" clId="{419890C3-D57B-4747-8E43-33395A2773E5}" dt="2023-12-20T07:52:43.737" v="9459" actId="1076"/>
          <ac:cxnSpMkLst>
            <pc:docMk/>
            <pc:sldMk cId="1479085337" sldId="265"/>
            <ac:cxnSpMk id="90" creationId="{89C8741F-CF31-A2A3-E953-7B8F5BA84536}"/>
          </ac:cxnSpMkLst>
        </pc:cxnChg>
      </pc:sldChg>
      <pc:sldChg chg="addSp delSp modSp add mod">
        <pc:chgData name="기일 권" userId="2ef98fef2c7306f1" providerId="LiveId" clId="{419890C3-D57B-4747-8E43-33395A2773E5}" dt="2023-12-20T08:29:13.548" v="10187" actId="20577"/>
        <pc:sldMkLst>
          <pc:docMk/>
          <pc:sldMk cId="1180554593" sldId="266"/>
        </pc:sldMkLst>
        <pc:spChg chg="del">
          <ac:chgData name="기일 권" userId="2ef98fef2c7306f1" providerId="LiveId" clId="{419890C3-D57B-4747-8E43-33395A2773E5}" dt="2023-12-20T08:10:20.395" v="9845" actId="478"/>
          <ac:spMkLst>
            <pc:docMk/>
            <pc:sldMk cId="1180554593" sldId="266"/>
            <ac:spMk id="2" creationId="{B29B2575-A181-FE5F-CD8C-ABD11E52A988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3" creationId="{1C963711-5623-926F-F4CE-22D19DE6C30B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4" creationId="{78507F2A-315F-648B-7F14-76F914C31202}"/>
          </ac:spMkLst>
        </pc:spChg>
        <pc:spChg chg="mod">
          <ac:chgData name="기일 권" userId="2ef98fef2c7306f1" providerId="LiveId" clId="{419890C3-D57B-4747-8E43-33395A2773E5}" dt="2023-12-20T08:29:13.548" v="10187" actId="20577"/>
          <ac:spMkLst>
            <pc:docMk/>
            <pc:sldMk cId="1180554593" sldId="266"/>
            <ac:spMk id="5" creationId="{90084524-CC88-D85E-32D8-6B06B0BA79D5}"/>
          </ac:spMkLst>
        </pc:spChg>
        <pc:spChg chg="mod">
          <ac:chgData name="기일 권" userId="2ef98fef2c7306f1" providerId="LiveId" clId="{419890C3-D57B-4747-8E43-33395A2773E5}" dt="2023-12-20T08:09:57.204" v="9779" actId="20577"/>
          <ac:spMkLst>
            <pc:docMk/>
            <pc:sldMk cId="1180554593" sldId="266"/>
            <ac:spMk id="6" creationId="{6AD760A5-771A-9EC6-F300-2A18AF3EAD3B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7" creationId="{D5D73FA2-BB75-0B9B-0803-7935CDBFD70F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8" creationId="{2671CED2-5ABC-C2E1-0B42-18C2CF3811CD}"/>
          </ac:spMkLst>
        </pc:spChg>
        <pc:spChg chg="del">
          <ac:chgData name="기일 권" userId="2ef98fef2c7306f1" providerId="LiveId" clId="{419890C3-D57B-4747-8E43-33395A2773E5}" dt="2023-12-20T08:10:19.325" v="9844" actId="478"/>
          <ac:spMkLst>
            <pc:docMk/>
            <pc:sldMk cId="1180554593" sldId="266"/>
            <ac:spMk id="9" creationId="{1FD49136-0A65-3DD6-8A8D-53541D79EB47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1" creationId="{443B9816-5BB6-3E0B-0A25-43CF5BD5E55B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2" creationId="{BDE2FD95-F351-99A6-0FFC-7F3F8F77D72D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3" creationId="{9F0DE01D-50C3-C905-E879-41E3DD02F2B2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4" creationId="{4C48A9DC-0BA9-6B16-3C1F-B2E1E23BA3A8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5" creationId="{A0920134-A889-72AB-6822-27D042FA163A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7" creationId="{EB28EC26-A1F7-E9F0-CFE8-265BAA99DE71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19" creationId="{5080A643-49DE-34B3-D4E7-A90142D1CA5A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24" creationId="{86109FD9-0471-C8E0-B848-D35145EE613B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25" creationId="{3381083A-5A4D-C889-638D-30B9C4A211CF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26" creationId="{F02AE34D-7E6B-2DD9-80B2-41DB46DA152E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29" creationId="{13F46E08-5533-3242-EC85-0ED96EE028B2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30" creationId="{816F57E6-71D6-0DF0-2F1F-FF9F775E1892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31" creationId="{9B15505D-96DC-D1B8-02B3-C6FB2B50D04D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32" creationId="{B64C97CB-FE7A-6BC0-E86E-3EC3E394D0AE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33" creationId="{585AD188-D347-BF0D-FF36-B3F7FA42CF3C}"/>
          </ac:spMkLst>
        </pc:spChg>
        <pc:spChg chg="mod">
          <ac:chgData name="기일 권" userId="2ef98fef2c7306f1" providerId="LiveId" clId="{419890C3-D57B-4747-8E43-33395A2773E5}" dt="2023-12-20T08:10:23.012" v="9846" actId="14100"/>
          <ac:spMkLst>
            <pc:docMk/>
            <pc:sldMk cId="1180554593" sldId="266"/>
            <ac:spMk id="34" creationId="{3868947B-1C3C-E2FF-BBFC-A148F01EDDC1}"/>
          </ac:spMkLst>
        </pc:spChg>
        <pc:spChg chg="del">
          <ac:chgData name="기일 권" userId="2ef98fef2c7306f1" providerId="LiveId" clId="{419890C3-D57B-4747-8E43-33395A2773E5}" dt="2023-12-20T08:10:26.692" v="9847" actId="478"/>
          <ac:spMkLst>
            <pc:docMk/>
            <pc:sldMk cId="1180554593" sldId="266"/>
            <ac:spMk id="35" creationId="{60623666-C634-CA41-DB76-2BC50C295672}"/>
          </ac:spMkLst>
        </pc:spChg>
        <pc:spChg chg="add mod">
          <ac:chgData name="기일 권" userId="2ef98fef2c7306f1" providerId="LiveId" clId="{419890C3-D57B-4747-8E43-33395A2773E5}" dt="2023-12-20T08:12:24.619" v="9858" actId="164"/>
          <ac:spMkLst>
            <pc:docMk/>
            <pc:sldMk cId="1180554593" sldId="266"/>
            <ac:spMk id="36" creationId="{D59B1BBD-A76B-ED5A-3983-EC286EB56A2A}"/>
          </ac:spMkLst>
        </pc:spChg>
        <pc:grpChg chg="add mod">
          <ac:chgData name="기일 권" userId="2ef98fef2c7306f1" providerId="LiveId" clId="{419890C3-D57B-4747-8E43-33395A2773E5}" dt="2023-12-20T08:25:02.543" v="9910" actId="1076"/>
          <ac:grpSpMkLst>
            <pc:docMk/>
            <pc:sldMk cId="1180554593" sldId="266"/>
            <ac:grpSpMk id="37" creationId="{FF039FD1-F056-485C-6DF9-464E84603730}"/>
          </ac:grpSpMkLst>
        </pc:grpChg>
        <pc:picChg chg="del">
          <ac:chgData name="기일 권" userId="2ef98fef2c7306f1" providerId="LiveId" clId="{419890C3-D57B-4747-8E43-33395A2773E5}" dt="2023-12-20T08:10:26.692" v="9847" actId="478"/>
          <ac:picMkLst>
            <pc:docMk/>
            <pc:sldMk cId="1180554593" sldId="266"/>
            <ac:picMk id="18" creationId="{9EF2D3E4-4C82-876D-EF5E-E619DFAC052C}"/>
          </ac:picMkLst>
        </pc:picChg>
        <pc:picChg chg="del">
          <ac:chgData name="기일 권" userId="2ef98fef2c7306f1" providerId="LiveId" clId="{419890C3-D57B-4747-8E43-33395A2773E5}" dt="2023-12-20T08:10:26.692" v="9847" actId="478"/>
          <ac:picMkLst>
            <pc:docMk/>
            <pc:sldMk cId="1180554593" sldId="266"/>
            <ac:picMk id="21" creationId="{0CB7BB84-F898-6B39-C3F4-712AE243E219}"/>
          </ac:picMkLst>
        </pc:picChg>
        <pc:picChg chg="add mod">
          <ac:chgData name="기일 권" userId="2ef98fef2c7306f1" providerId="LiveId" clId="{419890C3-D57B-4747-8E43-33395A2773E5}" dt="2023-12-20T08:12:24.619" v="9858" actId="164"/>
          <ac:picMkLst>
            <pc:docMk/>
            <pc:sldMk cId="1180554593" sldId="266"/>
            <ac:picMk id="22" creationId="{3F5BAFE8-4E0C-1079-D71B-8D82FA55AA83}"/>
          </ac:picMkLst>
        </pc:picChg>
        <pc:picChg chg="del">
          <ac:chgData name="기일 권" userId="2ef98fef2c7306f1" providerId="LiveId" clId="{419890C3-D57B-4747-8E43-33395A2773E5}" dt="2023-12-20T08:10:26.692" v="9847" actId="478"/>
          <ac:picMkLst>
            <pc:docMk/>
            <pc:sldMk cId="1180554593" sldId="266"/>
            <ac:picMk id="23" creationId="{5644672B-45C3-9785-9F3F-70E5D1B3C2A3}"/>
          </ac:picMkLst>
        </pc:picChg>
        <pc:picChg chg="del">
          <ac:chgData name="기일 권" userId="2ef98fef2c7306f1" providerId="LiveId" clId="{419890C3-D57B-4747-8E43-33395A2773E5}" dt="2023-12-20T08:10:26.692" v="9847" actId="478"/>
          <ac:picMkLst>
            <pc:docMk/>
            <pc:sldMk cId="1180554593" sldId="266"/>
            <ac:picMk id="27" creationId="{80C4220B-59D8-BC09-B573-B590428A488C}"/>
          </ac:picMkLst>
        </pc:picChg>
        <pc:picChg chg="del">
          <ac:chgData name="기일 권" userId="2ef98fef2c7306f1" providerId="LiveId" clId="{419890C3-D57B-4747-8E43-33395A2773E5}" dt="2023-12-20T08:10:26.692" v="9847" actId="478"/>
          <ac:picMkLst>
            <pc:docMk/>
            <pc:sldMk cId="1180554593" sldId="266"/>
            <ac:picMk id="28" creationId="{49B85A50-86D0-C810-1FD6-066BE68CD552}"/>
          </ac:picMkLst>
        </pc:picChg>
        <pc:picChg chg="add del mod">
          <ac:chgData name="기일 권" userId="2ef98fef2c7306f1" providerId="LiveId" clId="{419890C3-D57B-4747-8E43-33395A2773E5}" dt="2023-12-20T08:16:54.750" v="9876" actId="478"/>
          <ac:picMkLst>
            <pc:docMk/>
            <pc:sldMk cId="1180554593" sldId="266"/>
            <ac:picMk id="39" creationId="{FAE145D6-7C0A-2CAF-A7B6-95E08F03141D}"/>
          </ac:picMkLst>
        </pc:picChg>
        <pc:picChg chg="add mod">
          <ac:chgData name="기일 권" userId="2ef98fef2c7306f1" providerId="LiveId" clId="{419890C3-D57B-4747-8E43-33395A2773E5}" dt="2023-12-20T08:25:04.656" v="9911" actId="1076"/>
          <ac:picMkLst>
            <pc:docMk/>
            <pc:sldMk cId="1180554593" sldId="266"/>
            <ac:picMk id="41" creationId="{A09A2511-39F3-2EC0-47DE-C0ED38A684E2}"/>
          </ac:picMkLst>
        </pc:picChg>
        <pc:picChg chg="add mod">
          <ac:chgData name="기일 권" userId="2ef98fef2c7306f1" providerId="LiveId" clId="{419890C3-D57B-4747-8E43-33395A2773E5}" dt="2023-12-20T08:22:57.942" v="9902" actId="14100"/>
          <ac:picMkLst>
            <pc:docMk/>
            <pc:sldMk cId="1180554593" sldId="266"/>
            <ac:picMk id="43" creationId="{9F6BC200-4B59-6539-1237-1B0DEE76CF23}"/>
          </ac:picMkLst>
        </pc:picChg>
        <pc:picChg chg="add mod">
          <ac:chgData name="기일 권" userId="2ef98fef2c7306f1" providerId="LiveId" clId="{419890C3-D57B-4747-8E43-33395A2773E5}" dt="2023-12-20T08:24:48.962" v="9909" actId="14100"/>
          <ac:picMkLst>
            <pc:docMk/>
            <pc:sldMk cId="1180554593" sldId="266"/>
            <ac:picMk id="45" creationId="{54A0A9C1-55FB-6701-D948-C13B67391A12}"/>
          </ac:picMkLst>
        </pc:picChg>
      </pc:sldChg>
      <pc:sldChg chg="addSp delSp modSp add mod">
        <pc:chgData name="기일 권" userId="2ef98fef2c7306f1" providerId="LiveId" clId="{419890C3-D57B-4747-8E43-33395A2773E5}" dt="2023-12-20T08:38:38.066" v="10951" actId="113"/>
        <pc:sldMkLst>
          <pc:docMk/>
          <pc:sldMk cId="199596973" sldId="267"/>
        </pc:sldMkLst>
        <pc:spChg chg="add mod">
          <ac:chgData name="기일 권" userId="2ef98fef2c7306f1" providerId="LiveId" clId="{419890C3-D57B-4747-8E43-33395A2773E5}" dt="2023-12-20T08:32:23.672" v="10451" actId="14100"/>
          <ac:spMkLst>
            <pc:docMk/>
            <pc:sldMk cId="199596973" sldId="267"/>
            <ac:spMk id="2" creationId="{90A97710-FB1A-B69B-60F0-2A120203F801}"/>
          </ac:spMkLst>
        </pc:spChg>
        <pc:spChg chg="mod">
          <ac:chgData name="기일 권" userId="2ef98fef2c7306f1" providerId="LiveId" clId="{419890C3-D57B-4747-8E43-33395A2773E5}" dt="2023-12-20T08:29:15.859" v="10188" actId="20577"/>
          <ac:spMkLst>
            <pc:docMk/>
            <pc:sldMk cId="199596973" sldId="267"/>
            <ac:spMk id="5" creationId="{90084524-CC88-D85E-32D8-6B06B0BA79D5}"/>
          </ac:spMkLst>
        </pc:spChg>
        <pc:spChg chg="add mod">
          <ac:chgData name="기일 권" userId="2ef98fef2c7306f1" providerId="LiveId" clId="{419890C3-D57B-4747-8E43-33395A2773E5}" dt="2023-12-20T08:38:38.066" v="10951" actId="113"/>
          <ac:spMkLst>
            <pc:docMk/>
            <pc:sldMk cId="199596973" sldId="267"/>
            <ac:spMk id="7" creationId="{4D9B9360-B78B-732C-CB1A-71FEE5643BC1}"/>
          </ac:spMkLst>
        </pc:spChg>
        <pc:spChg chg="mod">
          <ac:chgData name="기일 권" userId="2ef98fef2c7306f1" providerId="LiveId" clId="{419890C3-D57B-4747-8E43-33395A2773E5}" dt="2023-12-20T08:31:19.351" v="10208" actId="14100"/>
          <ac:spMkLst>
            <pc:docMk/>
            <pc:sldMk cId="199596973" sldId="267"/>
            <ac:spMk id="34" creationId="{3868947B-1C3C-E2FF-BBFC-A148F01EDDC1}"/>
          </ac:spMkLst>
        </pc:spChg>
        <pc:grpChg chg="del">
          <ac:chgData name="기일 권" userId="2ef98fef2c7306f1" providerId="LiveId" clId="{419890C3-D57B-4747-8E43-33395A2773E5}" dt="2023-12-20T08:28:12.284" v="9936" actId="478"/>
          <ac:grpSpMkLst>
            <pc:docMk/>
            <pc:sldMk cId="199596973" sldId="267"/>
            <ac:grpSpMk id="37" creationId="{FF039FD1-F056-485C-6DF9-464E84603730}"/>
          </ac:grpSpMkLst>
        </pc:grpChg>
        <pc:picChg chg="add mod">
          <ac:chgData name="기일 권" userId="2ef98fef2c7306f1" providerId="LiveId" clId="{419890C3-D57B-4747-8E43-33395A2773E5}" dt="2023-12-20T08:31:17.657" v="10207" actId="1076"/>
          <ac:picMkLst>
            <pc:docMk/>
            <pc:sldMk cId="199596973" sldId="267"/>
            <ac:picMk id="4" creationId="{09EEA2C5-764B-69AB-C1BB-9871C2427A3F}"/>
          </ac:picMkLst>
        </pc:picChg>
        <pc:picChg chg="del">
          <ac:chgData name="기일 권" userId="2ef98fef2c7306f1" providerId="LiveId" clId="{419890C3-D57B-4747-8E43-33395A2773E5}" dt="2023-12-20T08:28:12.562" v="9937" actId="478"/>
          <ac:picMkLst>
            <pc:docMk/>
            <pc:sldMk cId="199596973" sldId="267"/>
            <ac:picMk id="41" creationId="{A09A2511-39F3-2EC0-47DE-C0ED38A684E2}"/>
          </ac:picMkLst>
        </pc:picChg>
        <pc:picChg chg="del">
          <ac:chgData name="기일 권" userId="2ef98fef2c7306f1" providerId="LiveId" clId="{419890C3-D57B-4747-8E43-33395A2773E5}" dt="2023-12-20T08:28:13.050" v="9938" actId="478"/>
          <ac:picMkLst>
            <pc:docMk/>
            <pc:sldMk cId="199596973" sldId="267"/>
            <ac:picMk id="43" creationId="{9F6BC200-4B59-6539-1237-1B0DEE76CF23}"/>
          </ac:picMkLst>
        </pc:picChg>
        <pc:picChg chg="del">
          <ac:chgData name="기일 권" userId="2ef98fef2c7306f1" providerId="LiveId" clId="{419890C3-D57B-4747-8E43-33395A2773E5}" dt="2023-12-20T08:28:13.301" v="9939" actId="478"/>
          <ac:picMkLst>
            <pc:docMk/>
            <pc:sldMk cId="199596973" sldId="267"/>
            <ac:picMk id="45" creationId="{54A0A9C1-55FB-6701-D948-C13B67391A12}"/>
          </ac:picMkLst>
        </pc:picChg>
      </pc:sldChg>
    </pc:docChg>
  </pc:docChgLst>
  <pc:docChgLst>
    <pc:chgData name="기일 권" userId="2ef98fef2c7306f1" providerId="LiveId" clId="{A16998CF-4372-4D84-B069-8E7962DD147C}"/>
    <pc:docChg chg="custSel delSld modSld">
      <pc:chgData name="기일 권" userId="2ef98fef2c7306f1" providerId="LiveId" clId="{A16998CF-4372-4D84-B069-8E7962DD147C}" dt="2023-12-20T01:30:15.773" v="1151" actId="20577"/>
      <pc:docMkLst>
        <pc:docMk/>
      </pc:docMkLst>
      <pc:sldChg chg="delSp modSp mod">
        <pc:chgData name="기일 권" userId="2ef98fef2c7306f1" providerId="LiveId" clId="{A16998CF-4372-4D84-B069-8E7962DD147C}" dt="2023-12-20T01:20:58.077" v="747" actId="255"/>
        <pc:sldMkLst>
          <pc:docMk/>
          <pc:sldMk cId="3569210928" sldId="256"/>
        </pc:sldMkLst>
        <pc:spChg chg="mod">
          <ac:chgData name="기일 권" userId="2ef98fef2c7306f1" providerId="LiveId" clId="{A16998CF-4372-4D84-B069-8E7962DD147C}" dt="2023-12-20T01:05:15.840" v="69" actId="20577"/>
          <ac:spMkLst>
            <pc:docMk/>
            <pc:sldMk cId="3569210928" sldId="256"/>
            <ac:spMk id="2" creationId="{00000000-0000-0000-0000-000000000000}"/>
          </ac:spMkLst>
        </pc:spChg>
        <pc:spChg chg="mod">
          <ac:chgData name="기일 권" userId="2ef98fef2c7306f1" providerId="LiveId" clId="{A16998CF-4372-4D84-B069-8E7962DD147C}" dt="2023-12-20T01:20:58.077" v="747" actId="255"/>
          <ac:spMkLst>
            <pc:docMk/>
            <pc:sldMk cId="3569210928" sldId="256"/>
            <ac:spMk id="6" creationId="{C967072B-F25C-AC0D-F3A6-8FE1166ACA47}"/>
          </ac:spMkLst>
        </pc:spChg>
        <pc:spChg chg="del">
          <ac:chgData name="기일 권" userId="2ef98fef2c7306f1" providerId="LiveId" clId="{A16998CF-4372-4D84-B069-8E7962DD147C}" dt="2023-12-20T01:03:04.252" v="0" actId="478"/>
          <ac:spMkLst>
            <pc:docMk/>
            <pc:sldMk cId="3569210928" sldId="256"/>
            <ac:spMk id="7" creationId="{1E498D30-436A-3E31-AD59-7CB7D9D30264}"/>
          </ac:spMkLst>
        </pc:spChg>
      </pc:sldChg>
      <pc:sldChg chg="delSp modSp mod">
        <pc:chgData name="기일 권" userId="2ef98fef2c7306f1" providerId="LiveId" clId="{A16998CF-4372-4D84-B069-8E7962DD147C}" dt="2023-12-20T01:20:17.900" v="746" actId="20577"/>
        <pc:sldMkLst>
          <pc:docMk/>
          <pc:sldMk cId="99140326" sldId="257"/>
        </pc:sldMkLst>
        <pc:spChg chg="del">
          <ac:chgData name="기일 권" userId="2ef98fef2c7306f1" providerId="LiveId" clId="{A16998CF-4372-4D84-B069-8E7962DD147C}" dt="2023-12-20T01:03:07.937" v="1" actId="478"/>
          <ac:spMkLst>
            <pc:docMk/>
            <pc:sldMk cId="99140326" sldId="257"/>
            <ac:spMk id="14" creationId="{DBFC9364-F48D-C4E1-B412-9F7D15BABC4E}"/>
          </ac:spMkLst>
        </pc:spChg>
        <pc:graphicFrameChg chg="mod modGraphic">
          <ac:chgData name="기일 권" userId="2ef98fef2c7306f1" providerId="LiveId" clId="{A16998CF-4372-4D84-B069-8E7962DD147C}" dt="2023-12-20T01:20:17.900" v="746" actId="20577"/>
          <ac:graphicFrameMkLst>
            <pc:docMk/>
            <pc:sldMk cId="99140326" sldId="257"/>
            <ac:graphicFrameMk id="12" creationId="{69D47D66-BDAC-B7B6-9634-FDE8CE74C23B}"/>
          </ac:graphicFrameMkLst>
        </pc:graphicFrameChg>
      </pc:sldChg>
      <pc:sldChg chg="addSp delSp modSp mod">
        <pc:chgData name="기일 권" userId="2ef98fef2c7306f1" providerId="LiveId" clId="{A16998CF-4372-4D84-B069-8E7962DD147C}" dt="2023-12-20T01:17:54.340" v="672" actId="1076"/>
        <pc:sldMkLst>
          <pc:docMk/>
          <pc:sldMk cId="883637149" sldId="258"/>
        </pc:sldMkLst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3" creationId="{B8E5EDF5-1D07-0FF7-846E-CC438A46C07D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4" creationId="{9A86D59B-7DE3-4AC3-BFE0-CF56B118FB3A}"/>
          </ac:spMkLst>
        </pc:spChg>
        <pc:spChg chg="add 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7" creationId="{81D0260D-E846-1652-C6B9-EEE35FF45E4C}"/>
          </ac:spMkLst>
        </pc:spChg>
        <pc:spChg chg="add mod">
          <ac:chgData name="기일 권" userId="2ef98fef2c7306f1" providerId="LiveId" clId="{A16998CF-4372-4D84-B069-8E7962DD147C}" dt="2023-12-20T01:17:13.163" v="568" actId="20577"/>
          <ac:spMkLst>
            <pc:docMk/>
            <pc:sldMk cId="883637149" sldId="258"/>
            <ac:spMk id="8" creationId="{E725AD52-B47C-30C5-022E-8E3560B9A3BD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9" creationId="{1FD49136-0A65-3DD6-8A8D-53541D79EB47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11" creationId="{A1391841-A2CC-7C1E-87EE-6AF3BCDBC383}"/>
          </ac:spMkLst>
        </pc:spChg>
        <pc:spChg chg="add mod">
          <ac:chgData name="기일 권" userId="2ef98fef2c7306f1" providerId="LiveId" clId="{A16998CF-4372-4D84-B069-8E7962DD147C}" dt="2023-12-20T01:17:21.611" v="595" actId="20577"/>
          <ac:spMkLst>
            <pc:docMk/>
            <pc:sldMk cId="883637149" sldId="258"/>
            <ac:spMk id="12" creationId="{E64F324F-55C5-AAA3-8D2D-E192194097DA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13" creationId="{FD085E6C-122B-0091-1712-C27DC8AFDD15}"/>
          </ac:spMkLst>
        </pc:spChg>
        <pc:spChg chg="del">
          <ac:chgData name="기일 권" userId="2ef98fef2c7306f1" providerId="LiveId" clId="{A16998CF-4372-4D84-B069-8E7962DD147C}" dt="2023-12-20T01:03:09.258" v="2" actId="478"/>
          <ac:spMkLst>
            <pc:docMk/>
            <pc:sldMk cId="883637149" sldId="258"/>
            <ac:spMk id="14" creationId="{DBFC9364-F48D-C4E1-B412-9F7D15BABC4E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15" creationId="{16076E79-BD71-5D99-02E6-723825A2F831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17" creationId="{168B88C8-5B87-C8D4-029A-B80B327AB195}"/>
          </ac:spMkLst>
        </pc:spChg>
        <pc:spChg chg="add mod">
          <ac:chgData name="기일 권" userId="2ef98fef2c7306f1" providerId="LiveId" clId="{A16998CF-4372-4D84-B069-8E7962DD147C}" dt="2023-12-20T01:17:54.340" v="672" actId="1076"/>
          <ac:spMkLst>
            <pc:docMk/>
            <pc:sldMk cId="883637149" sldId="258"/>
            <ac:spMk id="18" creationId="{E37382B1-D34B-659D-48BE-C71AA73E0445}"/>
          </ac:spMkLst>
        </pc:spChg>
        <pc:spChg chg="mod">
          <ac:chgData name="기일 권" userId="2ef98fef2c7306f1" providerId="LiveId" clId="{A16998CF-4372-4D84-B069-8E7962DD147C}" dt="2023-12-20T01:17:10.030" v="566" actId="1076"/>
          <ac:spMkLst>
            <pc:docMk/>
            <pc:sldMk cId="883637149" sldId="258"/>
            <ac:spMk id="21" creationId="{1915A791-CF96-C9C8-0706-A961E8D4EFC7}"/>
          </ac:spMkLst>
        </pc:spChg>
      </pc:sldChg>
      <pc:sldChg chg="delSp modSp mod">
        <pc:chgData name="기일 권" userId="2ef98fef2c7306f1" providerId="LiveId" clId="{A16998CF-4372-4D84-B069-8E7962DD147C}" dt="2023-12-20T01:30:15.773" v="1151" actId="20577"/>
        <pc:sldMkLst>
          <pc:docMk/>
          <pc:sldMk cId="3084318984" sldId="259"/>
        </pc:sldMkLst>
        <pc:spChg chg="mod">
          <ac:chgData name="기일 권" userId="2ef98fef2c7306f1" providerId="LiveId" clId="{A16998CF-4372-4D84-B069-8E7962DD147C}" dt="2023-12-20T01:21:17.193" v="776" actId="255"/>
          <ac:spMkLst>
            <pc:docMk/>
            <pc:sldMk cId="3084318984" sldId="259"/>
            <ac:spMk id="5" creationId="{90084524-CC88-D85E-32D8-6B06B0BA79D5}"/>
          </ac:spMkLst>
        </pc:spChg>
        <pc:spChg chg="mod">
          <ac:chgData name="기일 권" userId="2ef98fef2c7306f1" providerId="LiveId" clId="{A16998CF-4372-4D84-B069-8E7962DD147C}" dt="2023-12-20T01:28:59.771" v="967" actId="20577"/>
          <ac:spMkLst>
            <pc:docMk/>
            <pc:sldMk cId="3084318984" sldId="259"/>
            <ac:spMk id="9" creationId="{1FD49136-0A65-3DD6-8A8D-53541D79EB47}"/>
          </ac:spMkLst>
        </pc:spChg>
        <pc:spChg chg="del">
          <ac:chgData name="기일 권" userId="2ef98fef2c7306f1" providerId="LiveId" clId="{A16998CF-4372-4D84-B069-8E7962DD147C}" dt="2023-12-20T01:03:11.531" v="3" actId="478"/>
          <ac:spMkLst>
            <pc:docMk/>
            <pc:sldMk cId="3084318984" sldId="259"/>
            <ac:spMk id="14" creationId="{DBFC9364-F48D-C4E1-B412-9F7D15BABC4E}"/>
          </ac:spMkLst>
        </pc:spChg>
        <pc:spChg chg="mod">
          <ac:chgData name="기일 권" userId="2ef98fef2c7306f1" providerId="LiveId" clId="{A16998CF-4372-4D84-B069-8E7962DD147C}" dt="2023-12-20T01:30:15.773" v="1151" actId="20577"/>
          <ac:spMkLst>
            <pc:docMk/>
            <pc:sldMk cId="3084318984" sldId="259"/>
            <ac:spMk id="21" creationId="{1915A791-CF96-C9C8-0706-A961E8D4EFC7}"/>
          </ac:spMkLst>
        </pc:spChg>
        <pc:picChg chg="del">
          <ac:chgData name="기일 권" userId="2ef98fef2c7306f1" providerId="LiveId" clId="{A16998CF-4372-4D84-B069-8E7962DD147C}" dt="2023-12-20T01:03:32.673" v="20" actId="478"/>
          <ac:picMkLst>
            <pc:docMk/>
            <pc:sldMk cId="3084318984" sldId="259"/>
            <ac:picMk id="7" creationId="{DDBB82F8-AC2F-8472-B204-7684B2406690}"/>
          </ac:picMkLst>
        </pc:picChg>
      </pc:sldChg>
      <pc:sldChg chg="delSp del mod">
        <pc:chgData name="기일 권" userId="2ef98fef2c7306f1" providerId="LiveId" clId="{A16998CF-4372-4D84-B069-8E7962DD147C}" dt="2023-12-20T01:03:19.455" v="5" actId="47"/>
        <pc:sldMkLst>
          <pc:docMk/>
          <pc:sldMk cId="29389827" sldId="260"/>
        </pc:sldMkLst>
        <pc:spChg chg="del">
          <ac:chgData name="기일 권" userId="2ef98fef2c7306f1" providerId="LiveId" clId="{A16998CF-4372-4D84-B069-8E7962DD147C}" dt="2023-12-20T01:03:14.116" v="4" actId="478"/>
          <ac:spMkLst>
            <pc:docMk/>
            <pc:sldMk cId="29389827" sldId="260"/>
            <ac:spMk id="14" creationId="{DBFC9364-F48D-C4E1-B412-9F7D15BABC4E}"/>
          </ac:spMkLst>
        </pc:spChg>
      </pc:sldChg>
      <pc:sldChg chg="del">
        <pc:chgData name="기일 권" userId="2ef98fef2c7306f1" providerId="LiveId" clId="{A16998CF-4372-4D84-B069-8E7962DD147C}" dt="2023-12-20T01:03:21.009" v="6" actId="47"/>
        <pc:sldMkLst>
          <pc:docMk/>
          <pc:sldMk cId="691644609" sldId="261"/>
        </pc:sldMkLst>
      </pc:sldChg>
      <pc:sldChg chg="del">
        <pc:chgData name="기일 권" userId="2ef98fef2c7306f1" providerId="LiveId" clId="{A16998CF-4372-4D84-B069-8E7962DD147C}" dt="2023-12-20T01:03:21.984" v="7" actId="47"/>
        <pc:sldMkLst>
          <pc:docMk/>
          <pc:sldMk cId="1885541940" sldId="262"/>
        </pc:sldMkLst>
      </pc:sldChg>
      <pc:sldChg chg="del">
        <pc:chgData name="기일 권" userId="2ef98fef2c7306f1" providerId="LiveId" clId="{A16998CF-4372-4D84-B069-8E7962DD147C}" dt="2023-12-20T01:03:22.620" v="8" actId="47"/>
        <pc:sldMkLst>
          <pc:docMk/>
          <pc:sldMk cId="957528637" sldId="263"/>
        </pc:sldMkLst>
      </pc:sldChg>
      <pc:sldChg chg="del">
        <pc:chgData name="기일 권" userId="2ef98fef2c7306f1" providerId="LiveId" clId="{A16998CF-4372-4D84-B069-8E7962DD147C}" dt="2023-12-20T01:03:23.155" v="9" actId="47"/>
        <pc:sldMkLst>
          <pc:docMk/>
          <pc:sldMk cId="2216151273" sldId="264"/>
        </pc:sldMkLst>
      </pc:sldChg>
      <pc:sldChg chg="del">
        <pc:chgData name="기일 권" userId="2ef98fef2c7306f1" providerId="LiveId" clId="{A16998CF-4372-4D84-B069-8E7962DD147C}" dt="2023-12-20T01:03:23.711" v="10" actId="47"/>
        <pc:sldMkLst>
          <pc:docMk/>
          <pc:sldMk cId="3475381624" sldId="265"/>
        </pc:sldMkLst>
      </pc:sldChg>
      <pc:sldChg chg="del">
        <pc:chgData name="기일 권" userId="2ef98fef2c7306f1" providerId="LiveId" clId="{A16998CF-4372-4D84-B069-8E7962DD147C}" dt="2023-12-20T01:03:24.307" v="11" actId="47"/>
        <pc:sldMkLst>
          <pc:docMk/>
          <pc:sldMk cId="3664247598" sldId="266"/>
        </pc:sldMkLst>
      </pc:sldChg>
      <pc:sldChg chg="del">
        <pc:chgData name="기일 권" userId="2ef98fef2c7306f1" providerId="LiveId" clId="{A16998CF-4372-4D84-B069-8E7962DD147C}" dt="2023-12-20T01:03:25.253" v="12" actId="47"/>
        <pc:sldMkLst>
          <pc:docMk/>
          <pc:sldMk cId="1887113470" sldId="267"/>
        </pc:sldMkLst>
      </pc:sldChg>
      <pc:sldChg chg="del">
        <pc:chgData name="기일 권" userId="2ef98fef2c7306f1" providerId="LiveId" clId="{A16998CF-4372-4D84-B069-8E7962DD147C}" dt="2023-12-20T01:03:25.826" v="13" actId="47"/>
        <pc:sldMkLst>
          <pc:docMk/>
          <pc:sldMk cId="2509136428" sldId="268"/>
        </pc:sldMkLst>
      </pc:sldChg>
      <pc:sldChg chg="del">
        <pc:chgData name="기일 권" userId="2ef98fef2c7306f1" providerId="LiveId" clId="{A16998CF-4372-4D84-B069-8E7962DD147C}" dt="2023-12-20T01:03:26.504" v="14" actId="47"/>
        <pc:sldMkLst>
          <pc:docMk/>
          <pc:sldMk cId="749301033" sldId="269"/>
        </pc:sldMkLst>
      </pc:sldChg>
      <pc:sldChg chg="del">
        <pc:chgData name="기일 권" userId="2ef98fef2c7306f1" providerId="LiveId" clId="{A16998CF-4372-4D84-B069-8E7962DD147C}" dt="2023-12-20T01:03:27.106" v="15" actId="47"/>
        <pc:sldMkLst>
          <pc:docMk/>
          <pc:sldMk cId="3472585793" sldId="270"/>
        </pc:sldMkLst>
      </pc:sldChg>
      <pc:sldChg chg="del">
        <pc:chgData name="기일 권" userId="2ef98fef2c7306f1" providerId="LiveId" clId="{A16998CF-4372-4D84-B069-8E7962DD147C}" dt="2023-12-20T01:03:27.678" v="16" actId="47"/>
        <pc:sldMkLst>
          <pc:docMk/>
          <pc:sldMk cId="1680522115" sldId="271"/>
        </pc:sldMkLst>
      </pc:sldChg>
      <pc:sldChg chg="del">
        <pc:chgData name="기일 권" userId="2ef98fef2c7306f1" providerId="LiveId" clId="{A16998CF-4372-4D84-B069-8E7962DD147C}" dt="2023-12-20T01:03:28.423" v="17" actId="47"/>
        <pc:sldMkLst>
          <pc:docMk/>
          <pc:sldMk cId="499573838" sldId="272"/>
        </pc:sldMkLst>
      </pc:sldChg>
      <pc:sldChg chg="del">
        <pc:chgData name="기일 권" userId="2ef98fef2c7306f1" providerId="LiveId" clId="{A16998CF-4372-4D84-B069-8E7962DD147C}" dt="2023-12-20T01:03:29.010" v="18" actId="47"/>
        <pc:sldMkLst>
          <pc:docMk/>
          <pc:sldMk cId="1749457277" sldId="273"/>
        </pc:sldMkLst>
      </pc:sldChg>
      <pc:sldChg chg="del">
        <pc:chgData name="기일 권" userId="2ef98fef2c7306f1" providerId="LiveId" clId="{A16998CF-4372-4D84-B069-8E7962DD147C}" dt="2023-12-20T01:03:29.607" v="19" actId="47"/>
        <pc:sldMkLst>
          <pc:docMk/>
          <pc:sldMk cId="3085192147" sldId="274"/>
        </pc:sldMkLst>
      </pc:sldChg>
    </pc:docChg>
  </pc:docChgLst>
  <pc:docChgLst>
    <pc:chgData name="기일 권" userId="2ef98fef2c7306f1" providerId="LiveId" clId="{08ECA750-B2CA-48AB-A58D-3D63F452242C}"/>
    <pc:docChg chg="undo custSel addSld modSld">
      <pc:chgData name="기일 권" userId="2ef98fef2c7306f1" providerId="LiveId" clId="{08ECA750-B2CA-48AB-A58D-3D63F452242C}" dt="2023-11-30T04:00:31.099" v="318"/>
      <pc:docMkLst>
        <pc:docMk/>
      </pc:docMkLst>
      <pc:sldChg chg="modSp mod">
        <pc:chgData name="기일 권" userId="2ef98fef2c7306f1" providerId="LiveId" clId="{08ECA750-B2CA-48AB-A58D-3D63F452242C}" dt="2023-11-30T03:55:51.905" v="285" actId="122"/>
        <pc:sldMkLst>
          <pc:docMk/>
          <pc:sldMk cId="3569210928" sldId="256"/>
        </pc:sldMkLst>
        <pc:spChg chg="mod">
          <ac:chgData name="기일 권" userId="2ef98fef2c7306f1" providerId="LiveId" clId="{08ECA750-B2CA-48AB-A58D-3D63F452242C}" dt="2023-11-30T03:55:40.568" v="283" actId="255"/>
          <ac:spMkLst>
            <pc:docMk/>
            <pc:sldMk cId="3569210928" sldId="256"/>
            <ac:spMk id="2" creationId="{00000000-0000-0000-0000-000000000000}"/>
          </ac:spMkLst>
        </pc:spChg>
        <pc:spChg chg="mod">
          <ac:chgData name="기일 권" userId="2ef98fef2c7306f1" providerId="LiveId" clId="{08ECA750-B2CA-48AB-A58D-3D63F452242C}" dt="2023-11-30T03:55:51.905" v="285" actId="122"/>
          <ac:spMkLst>
            <pc:docMk/>
            <pc:sldMk cId="3569210928" sldId="256"/>
            <ac:spMk id="6" creationId="{C967072B-F25C-AC0D-F3A6-8FE1166ACA47}"/>
          </ac:spMkLst>
        </pc:spChg>
      </pc:sldChg>
      <pc:sldChg chg="modSp mod">
        <pc:chgData name="기일 권" userId="2ef98fef2c7306f1" providerId="LiveId" clId="{08ECA750-B2CA-48AB-A58D-3D63F452242C}" dt="2023-11-30T03:56:10.509" v="288" actId="122"/>
        <pc:sldMkLst>
          <pc:docMk/>
          <pc:sldMk cId="99140326" sldId="257"/>
        </pc:sldMkLst>
        <pc:spChg chg="mod">
          <ac:chgData name="기일 권" userId="2ef98fef2c7306f1" providerId="LiveId" clId="{08ECA750-B2CA-48AB-A58D-3D63F452242C}" dt="2023-11-30T03:56:00.074" v="286" actId="255"/>
          <ac:spMkLst>
            <pc:docMk/>
            <pc:sldMk cId="99140326" sldId="257"/>
            <ac:spMk id="5" creationId="{90084524-CC88-D85E-32D8-6B06B0BA79D5}"/>
          </ac:spMkLst>
        </pc:spChg>
        <pc:spChg chg="mod">
          <ac:chgData name="기일 권" userId="2ef98fef2c7306f1" providerId="LiveId" clId="{08ECA750-B2CA-48AB-A58D-3D63F452242C}" dt="2023-11-30T03:56:10.509" v="288" actId="122"/>
          <ac:spMkLst>
            <pc:docMk/>
            <pc:sldMk cId="99140326" sldId="257"/>
            <ac:spMk id="6" creationId="{6AD760A5-771A-9EC6-F300-2A18AF3EAD3B}"/>
          </ac:spMkLst>
        </pc:spChg>
        <pc:graphicFrameChg chg="mod modGraphic">
          <ac:chgData name="기일 권" userId="2ef98fef2c7306f1" providerId="LiveId" clId="{08ECA750-B2CA-48AB-A58D-3D63F452242C}" dt="2023-11-30T03:54:58.196" v="216" actId="20577"/>
          <ac:graphicFrameMkLst>
            <pc:docMk/>
            <pc:sldMk cId="99140326" sldId="257"/>
            <ac:graphicFrameMk id="12" creationId="{69D47D66-BDAC-B7B6-9634-FDE8CE74C23B}"/>
          </ac:graphicFrameMkLst>
        </pc:graphicFrameChg>
      </pc:sldChg>
      <pc:sldChg chg="modSp mod">
        <pc:chgData name="기일 권" userId="2ef98fef2c7306f1" providerId="LiveId" clId="{08ECA750-B2CA-48AB-A58D-3D63F452242C}" dt="2023-11-30T03:59:44.851" v="312" actId="207"/>
        <pc:sldMkLst>
          <pc:docMk/>
          <pc:sldMk cId="883637149" sldId="258"/>
        </pc:sldMkLst>
        <pc:spChg chg="mod">
          <ac:chgData name="기일 권" userId="2ef98fef2c7306f1" providerId="LiveId" clId="{08ECA750-B2CA-48AB-A58D-3D63F452242C}" dt="2023-11-30T03:59:44.851" v="312" actId="207"/>
          <ac:spMkLst>
            <pc:docMk/>
            <pc:sldMk cId="883637149" sldId="258"/>
            <ac:spMk id="3" creationId="{B8E5EDF5-1D07-0FF7-846E-CC438A46C07D}"/>
          </ac:spMkLst>
        </pc:spChg>
        <pc:spChg chg="mod">
          <ac:chgData name="기일 권" userId="2ef98fef2c7306f1" providerId="LiveId" clId="{08ECA750-B2CA-48AB-A58D-3D63F452242C}" dt="2023-11-30T03:59:44.851" v="312" actId="207"/>
          <ac:spMkLst>
            <pc:docMk/>
            <pc:sldMk cId="883637149" sldId="258"/>
            <ac:spMk id="4" creationId="{9A86D59B-7DE3-4AC3-BFE0-CF56B118FB3A}"/>
          </ac:spMkLst>
        </pc:spChg>
        <pc:spChg chg="mod">
          <ac:chgData name="기일 권" userId="2ef98fef2c7306f1" providerId="LiveId" clId="{08ECA750-B2CA-48AB-A58D-3D63F452242C}" dt="2023-11-30T03:56:22.986" v="289" actId="255"/>
          <ac:spMkLst>
            <pc:docMk/>
            <pc:sldMk cId="883637149" sldId="258"/>
            <ac:spMk id="5" creationId="{90084524-CC88-D85E-32D8-6B06B0BA79D5}"/>
          </ac:spMkLst>
        </pc:spChg>
        <pc:spChg chg="mod">
          <ac:chgData name="기일 권" userId="2ef98fef2c7306f1" providerId="LiveId" clId="{08ECA750-B2CA-48AB-A58D-3D63F452242C}" dt="2023-11-30T03:56:28.399" v="291" actId="122"/>
          <ac:spMkLst>
            <pc:docMk/>
            <pc:sldMk cId="883637149" sldId="258"/>
            <ac:spMk id="6" creationId="{6AD760A5-771A-9EC6-F300-2A18AF3EAD3B}"/>
          </ac:spMkLst>
        </pc:spChg>
        <pc:spChg chg="mod">
          <ac:chgData name="기일 권" userId="2ef98fef2c7306f1" providerId="LiveId" clId="{08ECA750-B2CA-48AB-A58D-3D63F452242C}" dt="2023-11-30T03:56:55.604" v="294" actId="122"/>
          <ac:spMkLst>
            <pc:docMk/>
            <pc:sldMk cId="883637149" sldId="258"/>
            <ac:spMk id="11" creationId="{A1391841-A2CC-7C1E-87EE-6AF3BCDBC383}"/>
          </ac:spMkLst>
        </pc:spChg>
        <pc:spChg chg="mod">
          <ac:chgData name="기일 권" userId="2ef98fef2c7306f1" providerId="LiveId" clId="{08ECA750-B2CA-48AB-A58D-3D63F452242C}" dt="2023-11-30T03:57:16.118" v="297" actId="1076"/>
          <ac:spMkLst>
            <pc:docMk/>
            <pc:sldMk cId="883637149" sldId="258"/>
            <ac:spMk id="13" creationId="{FD085E6C-122B-0091-1712-C27DC8AFDD15}"/>
          </ac:spMkLst>
        </pc:spChg>
        <pc:spChg chg="mod">
          <ac:chgData name="기일 권" userId="2ef98fef2c7306f1" providerId="LiveId" clId="{08ECA750-B2CA-48AB-A58D-3D63F452242C}" dt="2023-11-30T03:56:43.768" v="292" actId="255"/>
          <ac:spMkLst>
            <pc:docMk/>
            <pc:sldMk cId="883637149" sldId="258"/>
            <ac:spMk id="17" creationId="{168B88C8-5B87-C8D4-029A-B80B327AB195}"/>
          </ac:spMkLst>
        </pc:spChg>
        <pc:spChg chg="mod">
          <ac:chgData name="기일 권" userId="2ef98fef2c7306f1" providerId="LiveId" clId="{08ECA750-B2CA-48AB-A58D-3D63F452242C}" dt="2023-11-30T03:54:42.273" v="214" actId="14100"/>
          <ac:spMkLst>
            <pc:docMk/>
            <pc:sldMk cId="883637149" sldId="258"/>
            <ac:spMk id="21" creationId="{1915A791-CF96-C9C8-0706-A961E8D4EFC7}"/>
          </ac:spMkLst>
        </pc:spChg>
      </pc:sldChg>
      <pc:sldChg chg="modSp mod">
        <pc:chgData name="기일 권" userId="2ef98fef2c7306f1" providerId="LiveId" clId="{08ECA750-B2CA-48AB-A58D-3D63F452242C}" dt="2023-11-30T03:57:48.605" v="303" actId="1076"/>
        <pc:sldMkLst>
          <pc:docMk/>
          <pc:sldMk cId="3084318984" sldId="259"/>
        </pc:sldMkLst>
        <pc:spChg chg="mod">
          <ac:chgData name="기일 권" userId="2ef98fef2c7306f1" providerId="LiveId" clId="{08ECA750-B2CA-48AB-A58D-3D63F452242C}" dt="2023-11-30T03:57:48.605" v="303" actId="1076"/>
          <ac:spMkLst>
            <pc:docMk/>
            <pc:sldMk cId="3084318984" sldId="259"/>
            <ac:spMk id="5" creationId="{90084524-CC88-D85E-32D8-6B06B0BA79D5}"/>
          </ac:spMkLst>
        </pc:spChg>
        <pc:spChg chg="mod">
          <ac:chgData name="기일 권" userId="2ef98fef2c7306f1" providerId="LiveId" clId="{08ECA750-B2CA-48AB-A58D-3D63F452242C}" dt="2023-11-30T03:57:39.349" v="301" actId="122"/>
          <ac:spMkLst>
            <pc:docMk/>
            <pc:sldMk cId="3084318984" sldId="259"/>
            <ac:spMk id="6" creationId="{6AD760A5-771A-9EC6-F300-2A18AF3EAD3B}"/>
          </ac:spMkLst>
        </pc:spChg>
      </pc:sldChg>
      <pc:sldChg chg="addSp delSp modSp mod">
        <pc:chgData name="기일 권" userId="2ef98fef2c7306f1" providerId="LiveId" clId="{08ECA750-B2CA-48AB-A58D-3D63F452242C}" dt="2023-11-30T03:58:19.098" v="308" actId="207"/>
        <pc:sldMkLst>
          <pc:docMk/>
          <pc:sldMk cId="29389827" sldId="260"/>
        </pc:sldMkLst>
        <pc:spChg chg="del">
          <ac:chgData name="기일 권" userId="2ef98fef2c7306f1" providerId="LiveId" clId="{08ECA750-B2CA-48AB-A58D-3D63F452242C}" dt="2023-11-30T03:57:55.361" v="304" actId="478"/>
          <ac:spMkLst>
            <pc:docMk/>
            <pc:sldMk cId="29389827" sldId="260"/>
            <ac:spMk id="5" creationId="{90084524-CC88-D85E-32D8-6B06B0BA79D5}"/>
          </ac:spMkLst>
        </pc:spChg>
        <pc:spChg chg="del">
          <ac:chgData name="기일 권" userId="2ef98fef2c7306f1" providerId="LiveId" clId="{08ECA750-B2CA-48AB-A58D-3D63F452242C}" dt="2023-11-30T03:57:57.440" v="305" actId="478"/>
          <ac:spMkLst>
            <pc:docMk/>
            <pc:sldMk cId="29389827" sldId="260"/>
            <ac:spMk id="6" creationId="{6AD760A5-771A-9EC6-F300-2A18AF3EAD3B}"/>
          </ac:spMkLst>
        </pc:spChg>
        <pc:spChg chg="add mod">
          <ac:chgData name="기일 권" userId="2ef98fef2c7306f1" providerId="LiveId" clId="{08ECA750-B2CA-48AB-A58D-3D63F452242C}" dt="2023-11-30T03:57:57.653" v="306"/>
          <ac:spMkLst>
            <pc:docMk/>
            <pc:sldMk cId="29389827" sldId="260"/>
            <ac:spMk id="7" creationId="{BDD01290-90CC-838E-5535-EBF7F717E033}"/>
          </ac:spMkLst>
        </pc:spChg>
        <pc:spChg chg="mod">
          <ac:chgData name="기일 권" userId="2ef98fef2c7306f1" providerId="LiveId" clId="{08ECA750-B2CA-48AB-A58D-3D63F452242C}" dt="2023-11-30T03:58:19.098" v="308" actId="207"/>
          <ac:spMkLst>
            <pc:docMk/>
            <pc:sldMk cId="29389827" sldId="260"/>
            <ac:spMk id="12" creationId="{DBF260B7-324A-A20A-5AA9-9885DC0410BD}"/>
          </ac:spMkLst>
        </pc:spChg>
        <pc:spChg chg="add mod">
          <ac:chgData name="기일 권" userId="2ef98fef2c7306f1" providerId="LiveId" clId="{08ECA750-B2CA-48AB-A58D-3D63F452242C}" dt="2023-11-30T03:57:57.653" v="306"/>
          <ac:spMkLst>
            <pc:docMk/>
            <pc:sldMk cId="29389827" sldId="260"/>
            <ac:spMk id="13" creationId="{B5B26E9E-837D-059A-8A07-B8FCB3F568FF}"/>
          </ac:spMkLst>
        </pc:spChg>
      </pc:sldChg>
      <pc:sldChg chg="addSp delSp modSp mod">
        <pc:chgData name="기일 권" userId="2ef98fef2c7306f1" providerId="LiveId" clId="{08ECA750-B2CA-48AB-A58D-3D63F452242C}" dt="2023-11-30T03:58:39.754" v="311"/>
        <pc:sldMkLst>
          <pc:docMk/>
          <pc:sldMk cId="691644609" sldId="261"/>
        </pc:sldMkLst>
        <pc:spChg chg="add mod">
          <ac:chgData name="기일 권" userId="2ef98fef2c7306f1" providerId="LiveId" clId="{08ECA750-B2CA-48AB-A58D-3D63F452242C}" dt="2023-11-30T03:58:39.754" v="311"/>
          <ac:spMkLst>
            <pc:docMk/>
            <pc:sldMk cId="691644609" sldId="261"/>
            <ac:spMk id="2" creationId="{FCD0A4C0-9296-7C32-9F12-FDBF1EDC09A0}"/>
          </ac:spMkLst>
        </pc:spChg>
        <pc:spChg chg="add mod">
          <ac:chgData name="기일 권" userId="2ef98fef2c7306f1" providerId="LiveId" clId="{08ECA750-B2CA-48AB-A58D-3D63F452242C}" dt="2023-11-30T03:58:39.754" v="311"/>
          <ac:spMkLst>
            <pc:docMk/>
            <pc:sldMk cId="691644609" sldId="261"/>
            <ac:spMk id="3" creationId="{9CF9D4A3-D8E1-6F51-0F8F-0C69AF5C431D}"/>
          </ac:spMkLst>
        </pc:spChg>
        <pc:spChg chg="del">
          <ac:chgData name="기일 권" userId="2ef98fef2c7306f1" providerId="LiveId" clId="{08ECA750-B2CA-48AB-A58D-3D63F452242C}" dt="2023-11-30T03:58:31.688" v="309" actId="478"/>
          <ac:spMkLst>
            <pc:docMk/>
            <pc:sldMk cId="691644609" sldId="261"/>
            <ac:spMk id="5" creationId="{90084524-CC88-D85E-32D8-6B06B0BA79D5}"/>
          </ac:spMkLst>
        </pc:spChg>
        <pc:spChg chg="del">
          <ac:chgData name="기일 권" userId="2ef98fef2c7306f1" providerId="LiveId" clId="{08ECA750-B2CA-48AB-A58D-3D63F452242C}" dt="2023-11-30T03:58:32.569" v="310" actId="478"/>
          <ac:spMkLst>
            <pc:docMk/>
            <pc:sldMk cId="691644609" sldId="261"/>
            <ac:spMk id="6" creationId="{6AD760A5-771A-9EC6-F300-2A18AF3EAD3B}"/>
          </ac:spMkLst>
        </pc:spChg>
      </pc:sldChg>
      <pc:sldChg chg="addSp delSp modSp mod">
        <pc:chgData name="기일 권" userId="2ef98fef2c7306f1" providerId="LiveId" clId="{08ECA750-B2CA-48AB-A58D-3D63F452242C}" dt="2023-11-30T04:00:13.988" v="315"/>
        <pc:sldMkLst>
          <pc:docMk/>
          <pc:sldMk cId="1885541940" sldId="262"/>
        </pc:sldMkLst>
        <pc:spChg chg="add mod">
          <ac:chgData name="기일 권" userId="2ef98fef2c7306f1" providerId="LiveId" clId="{08ECA750-B2CA-48AB-A58D-3D63F452242C}" dt="2023-11-30T04:00:13.988" v="315"/>
          <ac:spMkLst>
            <pc:docMk/>
            <pc:sldMk cId="1885541940" sldId="262"/>
            <ac:spMk id="3" creationId="{52DD17C5-CFC4-CE55-88CF-83539D343534}"/>
          </ac:spMkLst>
        </pc:spChg>
        <pc:spChg chg="add mod">
          <ac:chgData name="기일 권" userId="2ef98fef2c7306f1" providerId="LiveId" clId="{08ECA750-B2CA-48AB-A58D-3D63F452242C}" dt="2023-11-30T04:00:13.988" v="315"/>
          <ac:spMkLst>
            <pc:docMk/>
            <pc:sldMk cId="1885541940" sldId="262"/>
            <ac:spMk id="4" creationId="{D6498CFB-8998-3727-E95B-384EF57F613B}"/>
          </ac:spMkLst>
        </pc:spChg>
        <pc:spChg chg="del">
          <ac:chgData name="기일 권" userId="2ef98fef2c7306f1" providerId="LiveId" clId="{08ECA750-B2CA-48AB-A58D-3D63F452242C}" dt="2023-11-30T04:00:09.033" v="313" actId="478"/>
          <ac:spMkLst>
            <pc:docMk/>
            <pc:sldMk cId="1885541940" sldId="262"/>
            <ac:spMk id="5" creationId="{90084524-CC88-D85E-32D8-6B06B0BA79D5}"/>
          </ac:spMkLst>
        </pc:spChg>
        <pc:spChg chg="del">
          <ac:chgData name="기일 권" userId="2ef98fef2c7306f1" providerId="LiveId" clId="{08ECA750-B2CA-48AB-A58D-3D63F452242C}" dt="2023-11-30T04:00:10.066" v="314" actId="478"/>
          <ac:spMkLst>
            <pc:docMk/>
            <pc:sldMk cId="1885541940" sldId="262"/>
            <ac:spMk id="6" creationId="{6AD760A5-771A-9EC6-F300-2A18AF3EAD3B}"/>
          </ac:spMkLst>
        </pc:spChg>
      </pc:sldChg>
      <pc:sldChg chg="addSp delSp modSp mod">
        <pc:chgData name="기일 권" userId="2ef98fef2c7306f1" providerId="LiveId" clId="{08ECA750-B2CA-48AB-A58D-3D63F452242C}" dt="2023-11-30T04:00:31.099" v="318"/>
        <pc:sldMkLst>
          <pc:docMk/>
          <pc:sldMk cId="957528637" sldId="263"/>
        </pc:sldMkLst>
        <pc:spChg chg="add mod">
          <ac:chgData name="기일 권" userId="2ef98fef2c7306f1" providerId="LiveId" clId="{08ECA750-B2CA-48AB-A58D-3D63F452242C}" dt="2023-11-30T04:00:31.099" v="318"/>
          <ac:spMkLst>
            <pc:docMk/>
            <pc:sldMk cId="957528637" sldId="263"/>
            <ac:spMk id="2" creationId="{1E96FCE7-E40E-C3B1-08FE-C83578ACFB27}"/>
          </ac:spMkLst>
        </pc:spChg>
        <pc:spChg chg="add mod">
          <ac:chgData name="기일 권" userId="2ef98fef2c7306f1" providerId="LiveId" clId="{08ECA750-B2CA-48AB-A58D-3D63F452242C}" dt="2023-11-30T04:00:31.099" v="318"/>
          <ac:spMkLst>
            <pc:docMk/>
            <pc:sldMk cId="957528637" sldId="263"/>
            <ac:spMk id="3" creationId="{2C37CE74-31EA-5F67-AC37-8845F4ACEE43}"/>
          </ac:spMkLst>
        </pc:spChg>
        <pc:spChg chg="del">
          <ac:chgData name="기일 권" userId="2ef98fef2c7306f1" providerId="LiveId" clId="{08ECA750-B2CA-48AB-A58D-3D63F452242C}" dt="2023-11-30T04:00:25.927" v="316" actId="478"/>
          <ac:spMkLst>
            <pc:docMk/>
            <pc:sldMk cId="957528637" sldId="263"/>
            <ac:spMk id="5" creationId="{90084524-CC88-D85E-32D8-6B06B0BA79D5}"/>
          </ac:spMkLst>
        </pc:spChg>
        <pc:spChg chg="del">
          <ac:chgData name="기일 권" userId="2ef98fef2c7306f1" providerId="LiveId" clId="{08ECA750-B2CA-48AB-A58D-3D63F452242C}" dt="2023-11-30T04:00:26.771" v="317" actId="478"/>
          <ac:spMkLst>
            <pc:docMk/>
            <pc:sldMk cId="957528637" sldId="263"/>
            <ac:spMk id="6" creationId="{6AD760A5-771A-9EC6-F300-2A18AF3EAD3B}"/>
          </ac:spMkLst>
        </pc:spChg>
      </pc:sldChg>
      <pc:sldChg chg="modSp add mod">
        <pc:chgData name="기일 권" userId="2ef98fef2c7306f1" providerId="LiveId" clId="{08ECA750-B2CA-48AB-A58D-3D63F452242C}" dt="2023-11-30T03:55:26.070" v="282" actId="27636"/>
        <pc:sldMkLst>
          <pc:docMk/>
          <pc:sldMk cId="3085192147" sldId="274"/>
        </pc:sldMkLst>
        <pc:spChg chg="mod">
          <ac:chgData name="기일 권" userId="2ef98fef2c7306f1" providerId="LiveId" clId="{08ECA750-B2CA-48AB-A58D-3D63F452242C}" dt="2023-11-30T03:55:26.070" v="282" actId="27636"/>
          <ac:spMkLst>
            <pc:docMk/>
            <pc:sldMk cId="3085192147" sldId="274"/>
            <ac:spMk id="5" creationId="{90084524-CC88-D85E-32D8-6B06B0BA79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99706" y="2629045"/>
            <a:ext cx="10001250" cy="93287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4000" b="1" dirty="0">
                <a:ea typeface="맑은 고딕"/>
              </a:rPr>
              <a:t>Synology chat </a:t>
            </a:r>
            <a:r>
              <a:rPr lang="ko-KR" altLang="en-US" sz="4000" b="1" dirty="0">
                <a:ea typeface="맑은 고딕"/>
              </a:rPr>
              <a:t>용 </a:t>
            </a:r>
            <a:r>
              <a:rPr lang="en-US" altLang="ko-KR" sz="4000" b="1" dirty="0">
                <a:ea typeface="맑은 고딕"/>
              </a:rPr>
              <a:t>Jira chatbot </a:t>
            </a:r>
            <a:r>
              <a:rPr lang="ko-KR" altLang="en-US" sz="4000" b="1" dirty="0">
                <a:ea typeface="맑은 고딕"/>
              </a:rPr>
              <a:t>기획안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16481A-07C0-B0CE-E253-743416C56DFC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BD9BD1-3032-AA37-AD79-0033A3EF2823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7072B-F25C-AC0D-F3A6-8FE1166ACA47}"/>
              </a:ext>
            </a:extLst>
          </p:cNvPr>
          <p:cNvSpPr txBox="1"/>
          <p:nvPr/>
        </p:nvSpPr>
        <p:spPr>
          <a:xfrm>
            <a:off x="5204113" y="4779817"/>
            <a:ext cx="17924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400" dirty="0">
                <a:ea typeface="맑은 고딕"/>
              </a:rPr>
              <a:t>권기일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60363"/>
            <a:ext cx="2476502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문서 이력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69D47D66-BDAC-B7B6-9634-FDE8CE74C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57268"/>
              </p:ext>
            </p:extLst>
          </p:nvPr>
        </p:nvGraphicFramePr>
        <p:xfrm>
          <a:off x="1570066" y="2047217"/>
          <a:ext cx="816550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317">
                  <a:extLst>
                    <a:ext uri="{9D8B030D-6E8A-4147-A177-3AD203B41FA5}">
                      <a16:colId xmlns:a16="http://schemas.microsoft.com/office/drawing/2014/main" val="3997898550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4190835960"/>
                    </a:ext>
                  </a:extLst>
                </a:gridCol>
                <a:gridCol w="935173">
                  <a:extLst>
                    <a:ext uri="{9D8B030D-6E8A-4147-A177-3AD203B41FA5}">
                      <a16:colId xmlns:a16="http://schemas.microsoft.com/office/drawing/2014/main" val="3198496615"/>
                    </a:ext>
                  </a:extLst>
                </a:gridCol>
                <a:gridCol w="5463883">
                  <a:extLst>
                    <a:ext uri="{9D8B030D-6E8A-4147-A177-3AD203B41FA5}">
                      <a16:colId xmlns:a16="http://schemas.microsoft.com/office/drawing/2014/main" val="2003988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문서 버전</a:t>
                      </a:r>
                    </a:p>
                  </a:txBody>
                  <a:tcPr anchor="ctr">
                    <a:solidFill>
                      <a:srgbClr val="1B37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작성일자</a:t>
                      </a:r>
                    </a:p>
                  </a:txBody>
                  <a:tcPr anchor="ctr">
                    <a:solidFill>
                      <a:srgbClr val="1B37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작성자</a:t>
                      </a:r>
                    </a:p>
                  </a:txBody>
                  <a:tcPr anchor="ctr">
                    <a:solidFill>
                      <a:srgbClr val="1B378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1" i="0" u="none" strike="noStrike" noProof="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문서 작성 및 변경 이력</a:t>
                      </a:r>
                      <a:endParaRPr lang="ko-KR" dirty="0"/>
                    </a:p>
                  </a:txBody>
                  <a:tcPr anchor="ctr">
                    <a:solidFill>
                      <a:srgbClr val="1B37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16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202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. </a:t>
                      </a:r>
                      <a:r>
                        <a:rPr lang="en-US" altLang="ko-KR" sz="1000" dirty="0"/>
                        <a:t>04</a:t>
                      </a:r>
                      <a:r>
                        <a:rPr lang="ko-KR" altLang="en-US" sz="1000" dirty="0"/>
                        <a:t>. </a:t>
                      </a:r>
                      <a:r>
                        <a:rPr lang="en-US" altLang="ko-KR" sz="10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권기일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000" b="0" i="0" u="none" strike="noStrike" noProof="0" dirty="0">
                          <a:latin typeface="맑은 고딕"/>
                          <a:ea typeface="맑은 고딕"/>
                        </a:rPr>
                        <a:t>문서 최초 작성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8387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202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. </a:t>
                      </a:r>
                      <a:r>
                        <a:rPr lang="en-US" altLang="ko-KR" sz="1000" dirty="0"/>
                        <a:t>05</a:t>
                      </a:r>
                      <a:r>
                        <a:rPr lang="ko-KR" altLang="en-US" sz="1000" dirty="0"/>
                        <a:t>. </a:t>
                      </a:r>
                      <a:r>
                        <a:rPr lang="en-US" altLang="ko-KR" sz="1000" dirty="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권기일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dirty="0"/>
                        <a:t>시스템 구현 후 </a:t>
                      </a:r>
                      <a:r>
                        <a:rPr lang="en-US" altLang="ko-KR" sz="1000" dirty="0"/>
                        <a:t>chat bot </a:t>
                      </a:r>
                      <a:r>
                        <a:rPr lang="ko-KR" altLang="en-US" sz="1000" dirty="0"/>
                        <a:t>결과 스크린 샷 첨부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46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2023. 06. 05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권기일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dirty="0"/>
                        <a:t>Chat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bot</a:t>
                      </a:r>
                      <a:r>
                        <a:rPr lang="ko-KR" altLang="en-US" sz="1000" dirty="0"/>
                        <a:t> 사용 후 보완할 점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92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905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4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83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276219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60363"/>
            <a:ext cx="2476502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목차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7118B3-1E7D-66A5-F9D4-3606E8E8E491}"/>
              </a:ext>
            </a:extLst>
          </p:cNvPr>
          <p:cNvSpPr/>
          <p:nvPr/>
        </p:nvSpPr>
        <p:spPr>
          <a:xfrm>
            <a:off x="1729" y="2443593"/>
            <a:ext cx="12200657" cy="1385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8E5EDF5-1D07-0FF7-846E-CC438A46C07D}"/>
              </a:ext>
            </a:extLst>
          </p:cNvPr>
          <p:cNvSpPr/>
          <p:nvPr/>
        </p:nvSpPr>
        <p:spPr>
          <a:xfrm>
            <a:off x="1024299" y="2008280"/>
            <a:ext cx="917863" cy="917863"/>
          </a:xfrm>
          <a:prstGeom prst="ellipse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A86D59B-7DE3-4AC3-BFE0-CF56B118FB3A}"/>
              </a:ext>
            </a:extLst>
          </p:cNvPr>
          <p:cNvSpPr/>
          <p:nvPr/>
        </p:nvSpPr>
        <p:spPr>
          <a:xfrm>
            <a:off x="4054886" y="1993769"/>
            <a:ext cx="917863" cy="917863"/>
          </a:xfrm>
          <a:prstGeom prst="ellipse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690056" y="3542473"/>
            <a:ext cx="15932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문서 작성 의도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A1391841-A2CC-7C1E-87EE-6AF3BCDBC383}"/>
              </a:ext>
            </a:extLst>
          </p:cNvPr>
          <p:cNvSpPr txBox="1">
            <a:spLocks/>
          </p:cNvSpPr>
          <p:nvPr/>
        </p:nvSpPr>
        <p:spPr>
          <a:xfrm>
            <a:off x="1152455" y="3016343"/>
            <a:ext cx="658094" cy="456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400" b="1" dirty="0">
                <a:ea typeface="맑은 고딕"/>
              </a:rPr>
              <a:t>01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FD085E6C-122B-0091-1712-C27DC8AFDD15}"/>
              </a:ext>
            </a:extLst>
          </p:cNvPr>
          <p:cNvSpPr txBox="1">
            <a:spLocks/>
          </p:cNvSpPr>
          <p:nvPr/>
        </p:nvSpPr>
        <p:spPr>
          <a:xfrm>
            <a:off x="4184771" y="3001833"/>
            <a:ext cx="658094" cy="456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400" b="1" dirty="0">
                <a:ea typeface="맑은 고딕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76E79-BD71-5D99-02E6-723825A2F831}"/>
              </a:ext>
            </a:extLst>
          </p:cNvPr>
          <p:cNvSpPr txBox="1"/>
          <p:nvPr/>
        </p:nvSpPr>
        <p:spPr>
          <a:xfrm>
            <a:off x="3737095" y="3527079"/>
            <a:ext cx="155344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>
                <a:ea typeface="맑은 고딕"/>
              </a:rPr>
              <a:t>시스템 기획안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8B88C8-5B87-C8D4-029A-B80B327AB195}"/>
              </a:ext>
            </a:extLst>
          </p:cNvPr>
          <p:cNvSpPr txBox="1"/>
          <p:nvPr/>
        </p:nvSpPr>
        <p:spPr>
          <a:xfrm>
            <a:off x="771452" y="3972162"/>
            <a:ext cx="1593274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커뮤니케이션 이슈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외부 서비스 연동 미지원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15A791-CF96-C9C8-0706-A961E8D4EFC7}"/>
              </a:ext>
            </a:extLst>
          </p:cNvPr>
          <p:cNvSpPr txBox="1"/>
          <p:nvPr/>
        </p:nvSpPr>
        <p:spPr>
          <a:xfrm>
            <a:off x="3648553" y="3957652"/>
            <a:ext cx="1735365" cy="622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시스템 구조도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개발 필요 부분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이벤트 조건 정의 및 </a:t>
            </a:r>
            <a:r>
              <a:rPr lang="ko-KR" altLang="en-US" sz="800" dirty="0" err="1">
                <a:ea typeface="맑은 고딕"/>
              </a:rPr>
              <a:t>탬플릿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1D0260D-E846-1652-C6B9-EEE35FF45E4C}"/>
              </a:ext>
            </a:extLst>
          </p:cNvPr>
          <p:cNvSpPr/>
          <p:nvPr/>
        </p:nvSpPr>
        <p:spPr>
          <a:xfrm>
            <a:off x="7179427" y="1993769"/>
            <a:ext cx="917863" cy="917863"/>
          </a:xfrm>
          <a:prstGeom prst="ellipse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725AD52-B47C-30C5-022E-8E3560B9A3BD}"/>
              </a:ext>
            </a:extLst>
          </p:cNvPr>
          <p:cNvSpPr txBox="1">
            <a:spLocks/>
          </p:cNvSpPr>
          <p:nvPr/>
        </p:nvSpPr>
        <p:spPr>
          <a:xfrm>
            <a:off x="7284200" y="3001833"/>
            <a:ext cx="658094" cy="456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 dirty="0">
                <a:ea typeface="맑은 고딕"/>
              </a:rPr>
              <a:t>03</a:t>
            </a:r>
            <a:endParaRPr lang="ko-KR" altLang="en-US" sz="2400" b="1" dirty="0"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4F324F-55C5-AAA3-8D2D-E192194097DA}"/>
              </a:ext>
            </a:extLst>
          </p:cNvPr>
          <p:cNvSpPr txBox="1"/>
          <p:nvPr/>
        </p:nvSpPr>
        <p:spPr>
          <a:xfrm>
            <a:off x="7085473" y="3527079"/>
            <a:ext cx="110577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예상 효과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7382B1-D34B-659D-48BE-C71AA73E0445}"/>
              </a:ext>
            </a:extLst>
          </p:cNvPr>
          <p:cNvSpPr txBox="1"/>
          <p:nvPr/>
        </p:nvSpPr>
        <p:spPr>
          <a:xfrm>
            <a:off x="7157205" y="3972162"/>
            <a:ext cx="962306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기대 효과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150C410-7893-29B6-363A-D0D7C4B4C1E6}"/>
              </a:ext>
            </a:extLst>
          </p:cNvPr>
          <p:cNvSpPr/>
          <p:nvPr/>
        </p:nvSpPr>
        <p:spPr>
          <a:xfrm>
            <a:off x="9967614" y="2005506"/>
            <a:ext cx="917863" cy="917863"/>
          </a:xfrm>
          <a:prstGeom prst="ellipse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887B0086-E9DB-719C-79E1-0D5F12DB40D6}"/>
              </a:ext>
            </a:extLst>
          </p:cNvPr>
          <p:cNvSpPr txBox="1">
            <a:spLocks/>
          </p:cNvSpPr>
          <p:nvPr/>
        </p:nvSpPr>
        <p:spPr>
          <a:xfrm>
            <a:off x="10072387" y="3013570"/>
            <a:ext cx="658094" cy="456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 dirty="0">
                <a:ea typeface="맑은 고딕"/>
              </a:rPr>
              <a:t>04</a:t>
            </a:r>
            <a:endParaRPr lang="ko-KR" altLang="en-US" sz="2400" b="1" dirty="0">
              <a:ea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8777C3-3B5B-4320-76F2-30EA13F8931D}"/>
              </a:ext>
            </a:extLst>
          </p:cNvPr>
          <p:cNvSpPr txBox="1"/>
          <p:nvPr/>
        </p:nvSpPr>
        <p:spPr>
          <a:xfrm>
            <a:off x="9873660" y="3538816"/>
            <a:ext cx="110577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구현 결과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6548DB-182F-C2FC-FF31-E7C7B7593411}"/>
              </a:ext>
            </a:extLst>
          </p:cNvPr>
          <p:cNvSpPr txBox="1"/>
          <p:nvPr/>
        </p:nvSpPr>
        <p:spPr>
          <a:xfrm>
            <a:off x="9790921" y="3972162"/>
            <a:ext cx="1271248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구현 결과 스크린샷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보완할 점</a:t>
            </a:r>
            <a:endParaRPr lang="en-US" altLang="ko-KR" sz="8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83637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10B6523-19E5-6478-F944-750FC5A00FB4}"/>
              </a:ext>
            </a:extLst>
          </p:cNvPr>
          <p:cNvSpPr/>
          <p:nvPr/>
        </p:nvSpPr>
        <p:spPr>
          <a:xfrm>
            <a:off x="256993" y="2429629"/>
            <a:ext cx="5620842" cy="35471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6598227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문서 작성의도 </a:t>
            </a:r>
            <a:r>
              <a:rPr lang="ko-KR" altLang="en-US" sz="2400" b="1" dirty="0">
                <a:ea typeface="맑은 고딕"/>
              </a:rPr>
              <a:t>| 커뮤니케이션 이슈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7" y="1293469"/>
            <a:ext cx="562084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o-KR" altLang="en-US" sz="1600" dirty="0">
                <a:ea typeface="맑은 고딕"/>
              </a:rPr>
              <a:t>커뮤니케이션 지연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15A791-CF96-C9C8-0706-A961E8D4EFC7}"/>
              </a:ext>
            </a:extLst>
          </p:cNvPr>
          <p:cNvSpPr txBox="1"/>
          <p:nvPr/>
        </p:nvSpPr>
        <p:spPr>
          <a:xfrm>
            <a:off x="484907" y="1759265"/>
            <a:ext cx="8243454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QA</a:t>
            </a:r>
            <a:r>
              <a:rPr lang="ko-KR" altLang="en-US" sz="800" dirty="0">
                <a:ea typeface="맑은 고딕"/>
              </a:rPr>
              <a:t>에서 이슈 생성 시 기획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및 개발 팀에서 해당 이슈 인지하지 못하여 크리티컬 이슈에 대한 지연 대응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기획 또는 개발팀에서 </a:t>
            </a:r>
            <a:r>
              <a:rPr lang="en-US" altLang="ko-KR" sz="800" dirty="0">
                <a:ea typeface="맑은 고딕"/>
              </a:rPr>
              <a:t>QA</a:t>
            </a:r>
            <a:r>
              <a:rPr lang="ko-KR" altLang="en-US" sz="800" dirty="0">
                <a:ea typeface="맑은 고딕"/>
              </a:rPr>
              <a:t>에서 생성된 이슈를 인지하는 데 걸리는 시간 평균 약 </a:t>
            </a:r>
            <a:r>
              <a:rPr lang="en-US" altLang="ko-KR" sz="800" b="1" dirty="0">
                <a:solidFill>
                  <a:srgbClr val="FF0000"/>
                </a:solidFill>
                <a:ea typeface="맑은 고딕"/>
              </a:rPr>
              <a:t>60</a:t>
            </a:r>
            <a:r>
              <a:rPr lang="ko-KR" altLang="en-US" sz="800" b="1" dirty="0">
                <a:solidFill>
                  <a:srgbClr val="FF0000"/>
                </a:solidFill>
                <a:ea typeface="맑은 고딕"/>
              </a:rPr>
              <a:t>분</a:t>
            </a:r>
            <a:endParaRPr lang="en-US" altLang="ko-KR" sz="800" b="1" dirty="0">
              <a:solidFill>
                <a:srgbClr val="FF0000"/>
              </a:solidFill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000395-4610-8E12-0BA7-DE6B7F1A4F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07" y="3224436"/>
            <a:ext cx="1332106" cy="133210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D8C753-0DA2-5114-5C32-E3D86B4571D5}"/>
              </a:ext>
            </a:extLst>
          </p:cNvPr>
          <p:cNvSpPr/>
          <p:nvPr/>
        </p:nvSpPr>
        <p:spPr>
          <a:xfrm>
            <a:off x="6163588" y="2429628"/>
            <a:ext cx="5620842" cy="35471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F8B7FC0-B7A1-C421-A807-4D8F28FA11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255" y="3143668"/>
            <a:ext cx="1497413" cy="1497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1F326D-489C-B007-28A4-88DED1BFB0DB}"/>
              </a:ext>
            </a:extLst>
          </p:cNvPr>
          <p:cNvSpPr txBox="1"/>
          <p:nvPr/>
        </p:nvSpPr>
        <p:spPr>
          <a:xfrm>
            <a:off x="770660" y="4556542"/>
            <a:ext cx="4833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600" b="1" dirty="0">
                <a:ea typeface="맑은 고딕"/>
              </a:rPr>
              <a:t>QA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A8BB7-3EB7-1B3F-A8C8-039EF3C29B98}"/>
              </a:ext>
            </a:extLst>
          </p:cNvPr>
          <p:cNvSpPr txBox="1"/>
          <p:nvPr/>
        </p:nvSpPr>
        <p:spPr>
          <a:xfrm>
            <a:off x="4535672" y="4556542"/>
            <a:ext cx="62657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개발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C2BC07F-E74B-41B0-D178-864041EBDCF5}"/>
              </a:ext>
            </a:extLst>
          </p:cNvPr>
          <p:cNvSpPr/>
          <p:nvPr/>
        </p:nvSpPr>
        <p:spPr>
          <a:xfrm>
            <a:off x="1817013" y="3870963"/>
            <a:ext cx="1964283" cy="127242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3E68D-BCBE-5703-D6B5-BDAEABEF51E1}"/>
              </a:ext>
            </a:extLst>
          </p:cNvPr>
          <p:cNvSpPr txBox="1"/>
          <p:nvPr/>
        </p:nvSpPr>
        <p:spPr>
          <a:xfrm>
            <a:off x="2135972" y="3569979"/>
            <a:ext cx="1371796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이슈 생성 후 약 </a:t>
            </a:r>
            <a:r>
              <a:rPr lang="en-US" altLang="ko-KR" sz="800" dirty="0">
                <a:ea typeface="맑은 고딕"/>
              </a:rPr>
              <a:t>60</a:t>
            </a:r>
            <a:r>
              <a:rPr lang="ko-KR" altLang="en-US" sz="800" dirty="0">
                <a:ea typeface="맑은 고딕"/>
              </a:rPr>
              <a:t>분 뒤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22" name="말풍선: 사각형 21">
            <a:extLst>
              <a:ext uri="{FF2B5EF4-FFF2-40B4-BE49-F238E27FC236}">
                <a16:creationId xmlns:a16="http://schemas.microsoft.com/office/drawing/2014/main" id="{F9E2E9F8-22CB-B38D-1ACF-FE718B0D68DF}"/>
              </a:ext>
            </a:extLst>
          </p:cNvPr>
          <p:cNvSpPr/>
          <p:nvPr/>
        </p:nvSpPr>
        <p:spPr>
          <a:xfrm>
            <a:off x="749131" y="2738786"/>
            <a:ext cx="1429493" cy="437877"/>
          </a:xfrm>
          <a:prstGeom prst="wedgeRectCallout">
            <a:avLst>
              <a:gd name="adj1" fmla="val -27534"/>
              <a:gd name="adj2" fmla="val 9233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크리티컬한</a:t>
            </a:r>
            <a:r>
              <a:rPr lang="ko-KR" altLang="en-US" sz="800" dirty="0">
                <a:solidFill>
                  <a:schemeClr val="tx1"/>
                </a:solidFill>
              </a:rPr>
              <a:t> 이슈가 나왔군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이슈를 </a:t>
            </a:r>
            <a:r>
              <a:rPr lang="ko-KR" altLang="en-US" sz="800" dirty="0" err="1">
                <a:solidFill>
                  <a:schemeClr val="tx1"/>
                </a:solidFill>
              </a:rPr>
              <a:t>생성해야겠어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말풍선: 사각형 22">
            <a:extLst>
              <a:ext uri="{FF2B5EF4-FFF2-40B4-BE49-F238E27FC236}">
                <a16:creationId xmlns:a16="http://schemas.microsoft.com/office/drawing/2014/main" id="{FEF5F887-1E18-524A-37AB-5061D6DF7A12}"/>
              </a:ext>
            </a:extLst>
          </p:cNvPr>
          <p:cNvSpPr/>
          <p:nvPr/>
        </p:nvSpPr>
        <p:spPr>
          <a:xfrm>
            <a:off x="4100255" y="2707757"/>
            <a:ext cx="1429493" cy="437877"/>
          </a:xfrm>
          <a:prstGeom prst="wedgeRectCallout">
            <a:avLst>
              <a:gd name="adj1" fmla="val 11456"/>
              <a:gd name="adj2" fmla="val 11023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뭐지</a:t>
            </a:r>
            <a:r>
              <a:rPr lang="en-US" altLang="ko-KR" sz="800" dirty="0">
                <a:solidFill>
                  <a:schemeClr val="tx1"/>
                </a:solidFill>
              </a:rPr>
              <a:t>? </a:t>
            </a:r>
            <a:r>
              <a:rPr lang="ko-KR" altLang="en-US" sz="800" dirty="0">
                <a:solidFill>
                  <a:schemeClr val="tx1"/>
                </a:solidFill>
              </a:rPr>
              <a:t>이런 이슈가 있었어</a:t>
            </a:r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1201AE6-F919-346D-B565-403112A8F9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28" y="3146579"/>
            <a:ext cx="1497413" cy="14974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056409A-C06F-EEB5-6E27-15D235407089}"/>
              </a:ext>
            </a:extLst>
          </p:cNvPr>
          <p:cNvSpPr txBox="1"/>
          <p:nvPr/>
        </p:nvSpPr>
        <p:spPr>
          <a:xfrm>
            <a:off x="1667712" y="5285723"/>
            <a:ext cx="26502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400" b="1" dirty="0">
                <a:ea typeface="맑은 고딕"/>
              </a:rPr>
              <a:t>이슈 생성 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D775F5-719C-CC8D-222C-986BB4922D59}"/>
              </a:ext>
            </a:extLst>
          </p:cNvPr>
          <p:cNvSpPr txBox="1"/>
          <p:nvPr/>
        </p:nvSpPr>
        <p:spPr>
          <a:xfrm>
            <a:off x="7648886" y="5285722"/>
            <a:ext cx="26502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400" b="1" dirty="0">
                <a:ea typeface="맑은 고딕"/>
              </a:rPr>
              <a:t>이슈 수정 후</a:t>
            </a:r>
          </a:p>
        </p:txBody>
      </p:sp>
      <p:sp>
        <p:nvSpPr>
          <p:cNvPr id="27" name="말풍선: 사각형 26">
            <a:extLst>
              <a:ext uri="{FF2B5EF4-FFF2-40B4-BE49-F238E27FC236}">
                <a16:creationId xmlns:a16="http://schemas.microsoft.com/office/drawing/2014/main" id="{1FA44E21-AAC3-E045-4004-C9F6FD6BF1D6}"/>
              </a:ext>
            </a:extLst>
          </p:cNvPr>
          <p:cNvSpPr/>
          <p:nvPr/>
        </p:nvSpPr>
        <p:spPr>
          <a:xfrm>
            <a:off x="10331284" y="2705791"/>
            <a:ext cx="1084217" cy="437877"/>
          </a:xfrm>
          <a:prstGeom prst="wedgeRectCallout">
            <a:avLst>
              <a:gd name="adj1" fmla="val 11456"/>
              <a:gd name="adj2" fmla="val 11023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이슈 수정 완료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확인 부탁드립니다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6D116F-28E5-FFB5-45D4-10419574877F}"/>
              </a:ext>
            </a:extLst>
          </p:cNvPr>
          <p:cNvSpPr txBox="1"/>
          <p:nvPr/>
        </p:nvSpPr>
        <p:spPr>
          <a:xfrm>
            <a:off x="10331284" y="4556542"/>
            <a:ext cx="62657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ea typeface="맑은 고딕"/>
              </a:rPr>
              <a:t>개발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33FC9094-F3E7-7455-6085-E58E9D2022A5}"/>
              </a:ext>
            </a:extLst>
          </p:cNvPr>
          <p:cNvSpPr/>
          <p:nvPr/>
        </p:nvSpPr>
        <p:spPr>
          <a:xfrm rot="10800000">
            <a:off x="7853727" y="3870963"/>
            <a:ext cx="1964283" cy="127242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7961E9-7159-8DF3-CD96-BB9EE19479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086" y="3223504"/>
            <a:ext cx="1332106" cy="1332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C4AEDD-37C1-7665-F00F-5DBC64E41040}"/>
              </a:ext>
            </a:extLst>
          </p:cNvPr>
          <p:cNvSpPr txBox="1"/>
          <p:nvPr/>
        </p:nvSpPr>
        <p:spPr>
          <a:xfrm>
            <a:off x="6719341" y="4555610"/>
            <a:ext cx="4833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600" b="1" dirty="0">
                <a:ea typeface="맑은 고딕"/>
              </a:rPr>
              <a:t>QA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646C5-B532-7EBC-D366-3D6D47F197B6}"/>
              </a:ext>
            </a:extLst>
          </p:cNvPr>
          <p:cNvSpPr txBox="1"/>
          <p:nvPr/>
        </p:nvSpPr>
        <p:spPr>
          <a:xfrm>
            <a:off x="8193424" y="3569978"/>
            <a:ext cx="1371796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이슈 수정 후 약 </a:t>
            </a:r>
            <a:r>
              <a:rPr lang="en-US" altLang="ko-KR" sz="800" dirty="0">
                <a:ea typeface="맑은 고딕"/>
              </a:rPr>
              <a:t>60</a:t>
            </a:r>
            <a:r>
              <a:rPr lang="ko-KR" altLang="en-US" sz="800" dirty="0">
                <a:ea typeface="맑은 고딕"/>
              </a:rPr>
              <a:t>분 뒤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17" name="말풍선: 사각형 16">
            <a:extLst>
              <a:ext uri="{FF2B5EF4-FFF2-40B4-BE49-F238E27FC236}">
                <a16:creationId xmlns:a16="http://schemas.microsoft.com/office/drawing/2014/main" id="{97458BDD-D3DF-C0D5-8F64-0BAE82480C11}"/>
              </a:ext>
            </a:extLst>
          </p:cNvPr>
          <p:cNvSpPr/>
          <p:nvPr/>
        </p:nvSpPr>
        <p:spPr>
          <a:xfrm>
            <a:off x="6705974" y="2738479"/>
            <a:ext cx="1745007" cy="437877"/>
          </a:xfrm>
          <a:prstGeom prst="wedgeRectCallout">
            <a:avLst>
              <a:gd name="adj1" fmla="val -27534"/>
              <a:gd name="adj2" fmla="val 9233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뭐지</a:t>
            </a:r>
            <a:r>
              <a:rPr lang="en-US" altLang="ko-KR" sz="800" dirty="0">
                <a:solidFill>
                  <a:schemeClr val="tx1"/>
                </a:solidFill>
              </a:rPr>
              <a:t>? </a:t>
            </a:r>
            <a:r>
              <a:rPr lang="ko-KR" altLang="en-US" sz="800" dirty="0">
                <a:solidFill>
                  <a:schemeClr val="tx1"/>
                </a:solidFill>
              </a:rPr>
              <a:t>이거 한참 전에 수정 됐네</a:t>
            </a:r>
            <a:r>
              <a:rPr lang="en-US" altLang="ko-KR" sz="8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이거만 다시 테스트 해야 되네</a:t>
            </a:r>
            <a:r>
              <a:rPr lang="en-US" altLang="ko-KR" sz="800" dirty="0">
                <a:solidFill>
                  <a:schemeClr val="tx1"/>
                </a:solidFill>
              </a:rPr>
              <a:t>…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28D579-C1F3-A7A6-5C83-E0B36C46498A}"/>
              </a:ext>
            </a:extLst>
          </p:cNvPr>
          <p:cNvSpPr txBox="1"/>
          <p:nvPr/>
        </p:nvSpPr>
        <p:spPr>
          <a:xfrm>
            <a:off x="1817012" y="6044921"/>
            <a:ext cx="80009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이슈 대응 지연으로 인해 개발 일정</a:t>
            </a:r>
            <a:r>
              <a:rPr lang="en-US" altLang="ko-KR" sz="1600" b="1" dirty="0">
                <a:ea typeface="맑은 고딕"/>
              </a:rPr>
              <a:t>, QA </a:t>
            </a:r>
            <a:r>
              <a:rPr lang="ko-KR" altLang="en-US" sz="1600" b="1" dirty="0">
                <a:ea typeface="맑은 고딕"/>
              </a:rPr>
              <a:t>테스트 일정 등 전체적으로 </a:t>
            </a:r>
            <a:r>
              <a:rPr lang="ko-KR" altLang="en-US" sz="1600" b="1" dirty="0">
                <a:solidFill>
                  <a:srgbClr val="FF0000"/>
                </a:solidFill>
                <a:ea typeface="맑은 고딕"/>
              </a:rPr>
              <a:t>스노우 볼링 발생</a:t>
            </a:r>
          </a:p>
        </p:txBody>
      </p:sp>
    </p:spTree>
    <p:extLst>
      <p:ext uri="{BB962C8B-B14F-4D97-AF65-F5344CB8AC3E}">
        <p14:creationId xmlns:p14="http://schemas.microsoft.com/office/powerpoint/2010/main" val="308431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8741368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문서 작성의도 </a:t>
            </a:r>
            <a:r>
              <a:rPr lang="ko-KR" altLang="en-US" sz="2400" b="1" dirty="0">
                <a:ea typeface="맑은 고딕"/>
              </a:rPr>
              <a:t>| 외부 서비스 연동 미지원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7" y="1293469"/>
            <a:ext cx="58206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o-KR" altLang="en-US" sz="1600" dirty="0">
                <a:ea typeface="맑은 고딕"/>
              </a:rPr>
              <a:t>사내 메신저가 </a:t>
            </a:r>
            <a:r>
              <a:rPr lang="en-US" altLang="ko-KR" sz="1600" dirty="0">
                <a:ea typeface="맑은 고딕"/>
              </a:rPr>
              <a:t>Jira web-hook </a:t>
            </a:r>
            <a:r>
              <a:rPr lang="ko-KR" altLang="en-US" sz="1600" dirty="0">
                <a:ea typeface="맑은 고딕"/>
              </a:rPr>
              <a:t>기능을 직접 지원하지 않음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0DD843-8E15-AE92-EE6D-717D86766D6C}"/>
              </a:ext>
            </a:extLst>
          </p:cNvPr>
          <p:cNvSpPr/>
          <p:nvPr/>
        </p:nvSpPr>
        <p:spPr>
          <a:xfrm>
            <a:off x="256993" y="1892029"/>
            <a:ext cx="3687990" cy="40847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A41FEDC-2569-908B-3497-8DA8BE616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9167" y1="25417" x2="43750" y2="26250"/>
                        <a14:foregroundMark x1="37406" y1="39181" x2="36359" y2="41315"/>
                        <a14:foregroundMark x1="43750" y1="26250" x2="38846" y2="36248"/>
                        <a14:foregroundMark x1="44146" y1="67984" x2="44583" y2="68750"/>
                        <a14:foregroundMark x1="44583" y1="68750" x2="28776" y2="77013"/>
                        <a14:foregroundMark x1="25751" y1="75460" x2="17500" y2="27917"/>
                        <a14:foregroundMark x1="17500" y1="27917" x2="19167" y2="25833"/>
                        <a14:backgroundMark x1="35833" y1="39583" x2="36667" y2="40000"/>
                        <a14:backgroundMark x1="36667" y1="41250" x2="42500" y2="68333"/>
                        <a14:backgroundMark x1="25000" y1="76250" x2="27917" y2="779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2173" y="2177893"/>
            <a:ext cx="915518" cy="91551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6A677A0-80D0-C236-7C00-C6F389375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07" y="2263312"/>
            <a:ext cx="1228359" cy="86640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F20E423-EBDF-3BAB-0C30-671FB23C7038}"/>
              </a:ext>
            </a:extLst>
          </p:cNvPr>
          <p:cNvSpPr txBox="1"/>
          <p:nvPr/>
        </p:nvSpPr>
        <p:spPr>
          <a:xfrm>
            <a:off x="5706497" y="3259723"/>
            <a:ext cx="8268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JANDI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9F13AE-C241-006E-7040-B33CC15A0716}"/>
              </a:ext>
            </a:extLst>
          </p:cNvPr>
          <p:cNvSpPr txBox="1"/>
          <p:nvPr/>
        </p:nvSpPr>
        <p:spPr>
          <a:xfrm>
            <a:off x="1687551" y="3259723"/>
            <a:ext cx="8268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SLACK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293619-278C-3953-E5FD-AF029E4A2E7A}"/>
              </a:ext>
            </a:extLst>
          </p:cNvPr>
          <p:cNvSpPr txBox="1"/>
          <p:nvPr/>
        </p:nvSpPr>
        <p:spPr>
          <a:xfrm>
            <a:off x="500093" y="3858283"/>
            <a:ext cx="3201789" cy="622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Slack </a:t>
            </a:r>
            <a:r>
              <a:rPr lang="ko-KR" altLang="en-US" sz="800" dirty="0">
                <a:ea typeface="맑은 고딕"/>
              </a:rPr>
              <a:t>내 </a:t>
            </a:r>
            <a:r>
              <a:rPr lang="en-US" altLang="ko-KR" sz="800" dirty="0">
                <a:ea typeface="맑은 고딕"/>
              </a:rPr>
              <a:t>apps </a:t>
            </a:r>
            <a:r>
              <a:rPr lang="ko-KR" altLang="en-US" sz="800" dirty="0">
                <a:ea typeface="맑은 고딕"/>
              </a:rPr>
              <a:t>메뉴에서 </a:t>
            </a:r>
            <a:r>
              <a:rPr lang="en-US" altLang="ko-KR" sz="800" dirty="0" err="1">
                <a:ea typeface="맑은 고딕"/>
              </a:rPr>
              <a:t>jira</a:t>
            </a:r>
            <a:r>
              <a:rPr lang="en-US" altLang="ko-KR" sz="800" dirty="0">
                <a:ea typeface="맑은 고딕"/>
              </a:rPr>
              <a:t> cloud</a:t>
            </a:r>
            <a:r>
              <a:rPr lang="ko-KR" altLang="en-US" sz="800" dirty="0">
                <a:ea typeface="맑은 고딕"/>
              </a:rPr>
              <a:t>와 연동 가능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별도의 추가 개발 작업 필요 없음 </a:t>
            </a:r>
            <a:r>
              <a:rPr lang="en-US" altLang="ko-KR" sz="800" dirty="0">
                <a:ea typeface="맑은 고딕"/>
              </a:rPr>
              <a:t>(</a:t>
            </a:r>
            <a:r>
              <a:rPr lang="en-US" altLang="ko-KR" sz="800" dirty="0" err="1">
                <a:ea typeface="맑은 고딕"/>
              </a:rPr>
              <a:t>jira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계정 필요</a:t>
            </a:r>
            <a:r>
              <a:rPr lang="en-US" altLang="ko-KR" sz="800" dirty="0">
                <a:ea typeface="맑은 고딕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Jira Automation </a:t>
            </a:r>
            <a:r>
              <a:rPr lang="ko-KR" altLang="en-US" sz="800" dirty="0">
                <a:ea typeface="맑은 고딕"/>
              </a:rPr>
              <a:t>설정 시 수신 </a:t>
            </a:r>
            <a:r>
              <a:rPr lang="ko-KR" altLang="en-US" sz="800" dirty="0" err="1">
                <a:ea typeface="맑은 고딕"/>
              </a:rPr>
              <a:t>웹훅</a:t>
            </a:r>
            <a:r>
              <a:rPr lang="ko-KR" altLang="en-US" sz="800" dirty="0">
                <a:ea typeface="맑은 고딕"/>
              </a:rPr>
              <a:t> 통합 앱에 </a:t>
            </a:r>
            <a:r>
              <a:rPr lang="en-US" altLang="ko-KR" sz="800" dirty="0">
                <a:ea typeface="맑은 고딕"/>
              </a:rPr>
              <a:t>slack </a:t>
            </a:r>
            <a:r>
              <a:rPr lang="ko-KR" altLang="en-US" sz="800" dirty="0">
                <a:ea typeface="맑은 고딕"/>
              </a:rPr>
              <a:t>추가 가능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FB010C6-E37F-946F-FC27-E96047D40405}"/>
              </a:ext>
            </a:extLst>
          </p:cNvPr>
          <p:cNvSpPr/>
          <p:nvPr/>
        </p:nvSpPr>
        <p:spPr>
          <a:xfrm>
            <a:off x="4188083" y="1880202"/>
            <a:ext cx="3687990" cy="40847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BE1D3-C193-89F9-8CB8-FEAE9FB82119}"/>
              </a:ext>
            </a:extLst>
          </p:cNvPr>
          <p:cNvSpPr txBox="1"/>
          <p:nvPr/>
        </p:nvSpPr>
        <p:spPr>
          <a:xfrm>
            <a:off x="4495105" y="3858282"/>
            <a:ext cx="3201789" cy="622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잔디 </a:t>
            </a:r>
            <a:r>
              <a:rPr lang="ko-KR" altLang="en-US" sz="800" dirty="0" err="1">
                <a:ea typeface="맑은 고딕"/>
              </a:rPr>
              <a:t>커넥트에서</a:t>
            </a:r>
            <a:r>
              <a:rPr lang="ko-KR" altLang="en-US" sz="800" dirty="0">
                <a:ea typeface="맑은 고딕"/>
              </a:rPr>
              <a:t> 연동 항목에 </a:t>
            </a:r>
            <a:r>
              <a:rPr lang="en-US" altLang="ko-KR" sz="800" dirty="0" err="1">
                <a:ea typeface="맑은 고딕"/>
              </a:rPr>
              <a:t>jira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설정 가능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Jira </a:t>
            </a:r>
            <a:r>
              <a:rPr lang="ko-KR" altLang="en-US" sz="800" dirty="0">
                <a:ea typeface="맑은 고딕"/>
              </a:rPr>
              <a:t>내 시스템 </a:t>
            </a:r>
            <a:r>
              <a:rPr lang="en-US" altLang="ko-KR" sz="800" dirty="0">
                <a:ea typeface="맑은 고딕"/>
              </a:rPr>
              <a:t>&gt; </a:t>
            </a:r>
            <a:r>
              <a:rPr lang="ko-KR" altLang="en-US" sz="800" dirty="0" err="1">
                <a:ea typeface="맑은 고딕"/>
              </a:rPr>
              <a:t>웹훅</a:t>
            </a:r>
            <a:r>
              <a:rPr lang="ko-KR" altLang="en-US" sz="800" dirty="0">
                <a:ea typeface="맑은 고딕"/>
              </a:rPr>
              <a:t> 메뉴에서 생성한 </a:t>
            </a:r>
            <a:r>
              <a:rPr lang="en-US" altLang="ko-KR" sz="800" dirty="0">
                <a:ea typeface="맑은 고딕"/>
              </a:rPr>
              <a:t>URL</a:t>
            </a:r>
            <a:r>
              <a:rPr lang="ko-KR" altLang="en-US" sz="800" dirty="0">
                <a:ea typeface="맑은 고딕"/>
              </a:rPr>
              <a:t>만 </a:t>
            </a:r>
            <a:r>
              <a:rPr lang="ko-KR" altLang="en-US" sz="800" dirty="0" err="1">
                <a:ea typeface="맑은 고딕"/>
              </a:rPr>
              <a:t>커넥트</a:t>
            </a:r>
            <a:r>
              <a:rPr lang="ko-KR" altLang="en-US" sz="800" dirty="0">
                <a:ea typeface="맑은 고딕"/>
              </a:rPr>
              <a:t> 화면에 입력하면 </a:t>
            </a:r>
            <a:r>
              <a:rPr lang="ko-KR" altLang="en-US" sz="800" dirty="0" err="1">
                <a:ea typeface="맑은 고딕"/>
              </a:rPr>
              <a:t>웹훅</a:t>
            </a:r>
            <a:r>
              <a:rPr lang="ko-KR" altLang="en-US" sz="800" dirty="0">
                <a:ea typeface="맑은 고딕"/>
              </a:rPr>
              <a:t> 연동 완료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044C46-0176-63C1-F549-EF14179E3DD1}"/>
              </a:ext>
            </a:extLst>
          </p:cNvPr>
          <p:cNvSpPr/>
          <p:nvPr/>
        </p:nvSpPr>
        <p:spPr>
          <a:xfrm>
            <a:off x="8119173" y="1880201"/>
            <a:ext cx="3687990" cy="40847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2C6A9D8A-B85C-6755-B748-8579F7DD7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2028" y="2263312"/>
            <a:ext cx="1056096" cy="86640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F1EAB40-5EB5-C52C-624B-2B1B303B263F}"/>
              </a:ext>
            </a:extLst>
          </p:cNvPr>
          <p:cNvSpPr txBox="1"/>
          <p:nvPr/>
        </p:nvSpPr>
        <p:spPr>
          <a:xfrm>
            <a:off x="9185605" y="3262941"/>
            <a:ext cx="170894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Synology Chat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823638-AC97-D6E0-3680-47A3C9083869}"/>
              </a:ext>
            </a:extLst>
          </p:cNvPr>
          <p:cNvSpPr txBox="1"/>
          <p:nvPr/>
        </p:nvSpPr>
        <p:spPr>
          <a:xfrm>
            <a:off x="8362273" y="3934401"/>
            <a:ext cx="3201789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Chat bot </a:t>
            </a:r>
            <a:r>
              <a:rPr lang="ko-KR" altLang="en-US" sz="800" dirty="0">
                <a:ea typeface="맑은 고딕"/>
              </a:rPr>
              <a:t>기능이 존재하나</a:t>
            </a:r>
            <a:r>
              <a:rPr lang="en-US" altLang="ko-KR" sz="800" dirty="0">
                <a:ea typeface="맑은 고딕"/>
              </a:rPr>
              <a:t>, </a:t>
            </a:r>
            <a:r>
              <a:rPr lang="ko-KR" altLang="en-US" sz="800" dirty="0">
                <a:ea typeface="맑은 고딕"/>
              </a:rPr>
              <a:t>외부 서비스 직접 연동 불가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b="1" dirty="0">
                <a:solidFill>
                  <a:srgbClr val="FF0000"/>
                </a:solidFill>
                <a:ea typeface="맑은 고딕"/>
              </a:rPr>
              <a:t>외부 서비스 연동 시 별도의 개발 작업 필요</a:t>
            </a:r>
            <a:endParaRPr lang="en-US" altLang="ko-KR" sz="800" b="1" dirty="0">
              <a:solidFill>
                <a:srgbClr val="FF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961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6598227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시스템 기획안 </a:t>
            </a:r>
            <a:r>
              <a:rPr lang="ko-KR" altLang="en-US" sz="2400" b="1" dirty="0">
                <a:ea typeface="맑은 고딕"/>
              </a:rPr>
              <a:t>| 시스템 구조도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2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6" y="1293469"/>
            <a:ext cx="79199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altLang="ko-KR" sz="1600" dirty="0">
                <a:ea typeface="맑은 고딕"/>
              </a:rPr>
              <a:t>Synology chat </a:t>
            </a:r>
            <a:r>
              <a:rPr lang="ko-KR" altLang="en-US" sz="1600" dirty="0">
                <a:ea typeface="맑은 고딕"/>
              </a:rPr>
              <a:t>내 </a:t>
            </a:r>
            <a:r>
              <a:rPr lang="en-US" altLang="ko-KR" sz="1600" dirty="0">
                <a:ea typeface="맑은 고딕"/>
              </a:rPr>
              <a:t>chat bot </a:t>
            </a:r>
            <a:r>
              <a:rPr lang="ko-KR" altLang="en-US" sz="1600" dirty="0">
                <a:ea typeface="맑은 고딕"/>
              </a:rPr>
              <a:t>기능을 이용하여 </a:t>
            </a:r>
            <a:r>
              <a:rPr lang="en-US" altLang="ko-KR" sz="1600" dirty="0">
                <a:ea typeface="맑은 고딕"/>
              </a:rPr>
              <a:t>Jira </a:t>
            </a:r>
            <a:r>
              <a:rPr lang="ko-KR" altLang="en-US" sz="1600" dirty="0">
                <a:ea typeface="맑은 고딕"/>
              </a:rPr>
              <a:t>내 이벤트</a:t>
            </a:r>
            <a:r>
              <a:rPr lang="en-US" altLang="ko-KR" sz="1600" dirty="0">
                <a:ea typeface="맑은 고딕"/>
              </a:rPr>
              <a:t> </a:t>
            </a:r>
            <a:r>
              <a:rPr lang="ko-KR" altLang="en-US" sz="1600" dirty="0">
                <a:ea typeface="맑은 고딕"/>
              </a:rPr>
              <a:t>알림 </a:t>
            </a:r>
            <a:r>
              <a:rPr lang="en-US" altLang="ko-KR" sz="1600" dirty="0">
                <a:ea typeface="맑은 고딕"/>
              </a:rPr>
              <a:t>chat bot </a:t>
            </a:r>
            <a:r>
              <a:rPr lang="ko-KR" altLang="en-US" sz="1600" dirty="0">
                <a:ea typeface="맑은 고딕"/>
              </a:rPr>
              <a:t>구현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D0DD843-8E15-AE92-EE6D-717D86766D6C}"/>
              </a:ext>
            </a:extLst>
          </p:cNvPr>
          <p:cNvSpPr/>
          <p:nvPr/>
        </p:nvSpPr>
        <p:spPr>
          <a:xfrm>
            <a:off x="285251" y="2197142"/>
            <a:ext cx="11621498" cy="40847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B2575-A181-FE5F-CD8C-ABD11E52A988}"/>
              </a:ext>
            </a:extLst>
          </p:cNvPr>
          <p:cNvSpPr txBox="1"/>
          <p:nvPr/>
        </p:nvSpPr>
        <p:spPr>
          <a:xfrm>
            <a:off x="484907" y="1695644"/>
            <a:ext cx="8243454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Synology chat</a:t>
            </a:r>
            <a:r>
              <a:rPr lang="ko-KR" altLang="en-US" sz="800" dirty="0">
                <a:ea typeface="맑은 고딕"/>
              </a:rPr>
              <a:t>에서 자체 외부 연동 기능이 지원되지 않는 관계로</a:t>
            </a:r>
            <a:r>
              <a:rPr lang="en-US" altLang="ko-KR" sz="800" dirty="0">
                <a:ea typeface="맑은 고딕"/>
              </a:rPr>
              <a:t>, </a:t>
            </a:r>
            <a:r>
              <a:rPr lang="ko-KR" altLang="en-US" sz="800" dirty="0">
                <a:ea typeface="맑은 고딕"/>
              </a:rPr>
              <a:t>별도의 외부 서비스 연동 시스템을 구축해야 함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Atlassian</a:t>
            </a:r>
            <a:r>
              <a:rPr lang="ko-KR" altLang="en-US" sz="800" dirty="0">
                <a:ea typeface="맑은 고딕"/>
              </a:rPr>
              <a:t>에서 제공하는 </a:t>
            </a:r>
            <a:r>
              <a:rPr lang="en-US" altLang="ko-KR" sz="800" dirty="0">
                <a:ea typeface="맑은 고딕"/>
              </a:rPr>
              <a:t>script runner</a:t>
            </a:r>
            <a:r>
              <a:rPr lang="ko-KR" altLang="en-US" sz="800" dirty="0">
                <a:ea typeface="맑은 고딕"/>
              </a:rPr>
              <a:t>와 회사 </a:t>
            </a:r>
            <a:r>
              <a:rPr lang="en-US" altLang="ko-KR" sz="800" dirty="0">
                <a:ea typeface="맑은 고딕"/>
              </a:rPr>
              <a:t>NAS </a:t>
            </a:r>
            <a:r>
              <a:rPr lang="ko-KR" altLang="en-US" sz="800" dirty="0">
                <a:ea typeface="맑은 고딕"/>
              </a:rPr>
              <a:t>서버 연결하여 </a:t>
            </a:r>
            <a:r>
              <a:rPr lang="en-US" altLang="ko-KR" sz="800" dirty="0">
                <a:ea typeface="맑은 고딕"/>
              </a:rPr>
              <a:t>Jira</a:t>
            </a:r>
            <a:r>
              <a:rPr lang="ko-KR" altLang="en-US" sz="800" dirty="0">
                <a:ea typeface="맑은 고딕"/>
              </a:rPr>
              <a:t>와 </a:t>
            </a:r>
            <a:r>
              <a:rPr lang="en-US" altLang="ko-KR" sz="800" dirty="0">
                <a:ea typeface="맑은 고딕"/>
              </a:rPr>
              <a:t>Synology Chat </a:t>
            </a:r>
            <a:r>
              <a:rPr lang="ko-KR" altLang="en-US" sz="800" dirty="0">
                <a:ea typeface="맑은 고딕"/>
              </a:rPr>
              <a:t>연동 시도</a:t>
            </a:r>
            <a:endParaRPr lang="en-US" altLang="ko-KR" sz="800" dirty="0">
              <a:ea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DF38F6-3A0C-FE19-9D48-C67A4D07C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4819" l="10000" r="90000">
                        <a14:foregroundMark x1="40595" y1="72410" x2="48452" y2="83133"/>
                        <a14:foregroundMark x1="48452" y1="83133" x2="45714" y2="92892"/>
                        <a14:foregroundMark x1="45714" y1="92892" x2="32738" y2="94819"/>
                        <a14:foregroundMark x1="32738" y1="94819" x2="40357" y2="72651"/>
                        <a14:foregroundMark x1="46310" y1="37349" x2="56429" y2="36506"/>
                        <a14:foregroundMark x1="56429" y1="36506" x2="51548" y2="48193"/>
                        <a14:foregroundMark x1="51548" y1="48193" x2="45357" y2="37831"/>
                        <a14:foregroundMark x1="45357" y1="37831" x2="46190" y2="36867"/>
                        <a14:foregroundMark x1="39881" y1="23133" x2="29881" y2="26386"/>
                        <a14:foregroundMark x1="29881" y1="26386" x2="35119" y2="17229"/>
                        <a14:foregroundMark x1="35119" y1="17229" x2="39286" y2="25301"/>
                        <a14:foregroundMark x1="58452" y1="17229" x2="49405" y2="22410"/>
                        <a14:foregroundMark x1="49405" y1="22410" x2="53214" y2="12530"/>
                        <a14:foregroundMark x1="53214" y1="12530" x2="58571" y2="17831"/>
                        <a14:foregroundMark x1="75952" y1="21446" x2="65476" y2="25181"/>
                        <a14:foregroundMark x1="65476" y1="25181" x2="74048" y2="19880"/>
                        <a14:foregroundMark x1="74048" y1="19880" x2="76190" y2="23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4670" y="3405663"/>
            <a:ext cx="717348" cy="664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A39C38-50D3-83D2-D9D5-12C31C3B44F4}"/>
              </a:ext>
            </a:extLst>
          </p:cNvPr>
          <p:cNvSpPr txBox="1"/>
          <p:nvPr/>
        </p:nvSpPr>
        <p:spPr>
          <a:xfrm>
            <a:off x="425830" y="4230488"/>
            <a:ext cx="147753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사내 </a:t>
            </a:r>
            <a:r>
              <a:rPr lang="en-US" altLang="ko-KR" sz="1600" b="1" dirty="0">
                <a:ea typeface="맑은 고딕"/>
              </a:rPr>
              <a:t>Jira </a:t>
            </a:r>
            <a:r>
              <a:rPr lang="ko-KR" altLang="en-US" sz="1600" b="1" dirty="0">
                <a:ea typeface="맑은 고딕"/>
              </a:rPr>
              <a:t>서버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05738458-FFB1-F75E-7784-CD905894F7A6}"/>
              </a:ext>
            </a:extLst>
          </p:cNvPr>
          <p:cNvSpPr/>
          <p:nvPr/>
        </p:nvSpPr>
        <p:spPr>
          <a:xfrm>
            <a:off x="1915964" y="3741565"/>
            <a:ext cx="717348" cy="127242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D13EC0-13E2-D396-4A7E-FDB32A6AD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258" y="3421008"/>
            <a:ext cx="664353" cy="6643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185C67-27F3-E20E-2313-58D2FA64CE2A}"/>
              </a:ext>
            </a:extLst>
          </p:cNvPr>
          <p:cNvSpPr txBox="1"/>
          <p:nvPr/>
        </p:nvSpPr>
        <p:spPr>
          <a:xfrm>
            <a:off x="1858507" y="3428918"/>
            <a:ext cx="760077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이벤트 발생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07979-A7BA-DD95-1122-5DC0A88F4CD1}"/>
              </a:ext>
            </a:extLst>
          </p:cNvPr>
          <p:cNvSpPr txBox="1"/>
          <p:nvPr/>
        </p:nvSpPr>
        <p:spPr>
          <a:xfrm>
            <a:off x="2513596" y="4239514"/>
            <a:ext cx="15916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Event Listener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88B57-1CF9-8D2A-4D5F-970A001190A7}"/>
              </a:ext>
            </a:extLst>
          </p:cNvPr>
          <p:cNvSpPr txBox="1"/>
          <p:nvPr/>
        </p:nvSpPr>
        <p:spPr>
          <a:xfrm>
            <a:off x="3740502" y="3428918"/>
            <a:ext cx="1450464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해당 이벤트 발생 정보 전달</a:t>
            </a:r>
            <a:endParaRPr lang="en-US" altLang="ko-KR" sz="800" dirty="0">
              <a:ea typeface="맑은 고딕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0E6E1FC-7FBB-5532-F36F-8601720E5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405" y="3421007"/>
            <a:ext cx="771372" cy="6643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6BC159-23F2-C5E3-5FF0-751EE1C7C271}"/>
              </a:ext>
            </a:extLst>
          </p:cNvPr>
          <p:cNvSpPr txBox="1"/>
          <p:nvPr/>
        </p:nvSpPr>
        <p:spPr>
          <a:xfrm>
            <a:off x="5032765" y="4227059"/>
            <a:ext cx="15916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사내 </a:t>
            </a:r>
            <a:r>
              <a:rPr lang="en-US" altLang="ko-KR" sz="1600" b="1" dirty="0">
                <a:ea typeface="맑은 고딕"/>
              </a:rPr>
              <a:t>NAS </a:t>
            </a:r>
            <a:r>
              <a:rPr lang="ko-KR" altLang="en-US" sz="1600" b="1" dirty="0">
                <a:ea typeface="맑은 고딕"/>
              </a:rPr>
              <a:t>서버</a:t>
            </a:r>
            <a:endParaRPr lang="en-US" altLang="ko-KR" sz="1600" b="1" dirty="0">
              <a:ea typeface="맑은 고딕"/>
            </a:endParaRPr>
          </a:p>
          <a:p>
            <a:pPr algn="ctr"/>
            <a:r>
              <a:rPr lang="en-US" altLang="ko-KR" sz="1600" b="1" dirty="0">
                <a:ea typeface="맑은 고딕"/>
              </a:rPr>
              <a:t>Chat bot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76CE91-6BB3-5CA6-BDFA-78084345E733}"/>
              </a:ext>
            </a:extLst>
          </p:cNvPr>
          <p:cNvSpPr txBox="1"/>
          <p:nvPr/>
        </p:nvSpPr>
        <p:spPr>
          <a:xfrm>
            <a:off x="6380353" y="3428918"/>
            <a:ext cx="14150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 err="1">
                <a:ea typeface="맑은 고딕"/>
              </a:rPr>
              <a:t>웹훅</a:t>
            </a:r>
            <a:r>
              <a:rPr lang="ko-KR" altLang="en-US" sz="800" dirty="0">
                <a:ea typeface="맑은 고딕"/>
              </a:rPr>
              <a:t> 수신 후 알림 발송 </a:t>
            </a:r>
            <a:endParaRPr lang="en-US" altLang="ko-KR" sz="800" dirty="0">
              <a:ea typeface="맑은 고딕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7C13353-5765-14BB-A78D-0A50BD5FA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974" y="3421007"/>
            <a:ext cx="777596" cy="6088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FEBE6E6-655B-4175-FA0E-172E6A93BD3E}"/>
              </a:ext>
            </a:extLst>
          </p:cNvPr>
          <p:cNvSpPr txBox="1"/>
          <p:nvPr/>
        </p:nvSpPr>
        <p:spPr>
          <a:xfrm>
            <a:off x="7551934" y="4227059"/>
            <a:ext cx="15916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Synology Chat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1FBDBDAC-8557-F25C-F5C9-41DDD7B23C85}"/>
              </a:ext>
            </a:extLst>
          </p:cNvPr>
          <p:cNvSpPr/>
          <p:nvPr/>
        </p:nvSpPr>
        <p:spPr>
          <a:xfrm>
            <a:off x="4107060" y="3737840"/>
            <a:ext cx="717348" cy="127242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B36D74E0-35B0-72B5-B90B-6C0444FD8227}"/>
              </a:ext>
            </a:extLst>
          </p:cNvPr>
          <p:cNvSpPr/>
          <p:nvPr/>
        </p:nvSpPr>
        <p:spPr>
          <a:xfrm>
            <a:off x="6694949" y="3737840"/>
            <a:ext cx="717348" cy="127242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AF1B664-AB2F-3B1B-BBB7-3ED4789C71A5}"/>
              </a:ext>
            </a:extLst>
          </p:cNvPr>
          <p:cNvSpPr/>
          <p:nvPr/>
        </p:nvSpPr>
        <p:spPr>
          <a:xfrm>
            <a:off x="9214742" y="3737840"/>
            <a:ext cx="717348" cy="127242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FFA6DE-B54D-74D4-850F-591EB6A4A58F}"/>
              </a:ext>
            </a:extLst>
          </p:cNvPr>
          <p:cNvSpPr txBox="1"/>
          <p:nvPr/>
        </p:nvSpPr>
        <p:spPr>
          <a:xfrm>
            <a:off x="8919016" y="3432458"/>
            <a:ext cx="1313556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해당 </a:t>
            </a:r>
            <a:r>
              <a:rPr lang="ko-KR" altLang="en-US" sz="800" dirty="0" err="1">
                <a:ea typeface="맑은 고딕"/>
              </a:rPr>
              <a:t>탬플릿의</a:t>
            </a:r>
            <a:r>
              <a:rPr lang="ko-KR" altLang="en-US" sz="800" dirty="0">
                <a:ea typeface="맑은 고딕"/>
              </a:rPr>
              <a:t> 알림 출력</a:t>
            </a:r>
            <a:endParaRPr lang="en-US" altLang="ko-KR" sz="800" dirty="0">
              <a:ea typeface="맑은 고딕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ACD5FEE-F42D-2063-E390-56B4D5BCC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8767" y="3382686"/>
            <a:ext cx="664354" cy="71030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37DA1F5-54D1-8BE2-56D5-6B5BAAF81905}"/>
              </a:ext>
            </a:extLst>
          </p:cNvPr>
          <p:cNvSpPr txBox="1"/>
          <p:nvPr/>
        </p:nvSpPr>
        <p:spPr>
          <a:xfrm>
            <a:off x="9827000" y="4234644"/>
            <a:ext cx="19678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각 프로젝트 담당자</a:t>
            </a:r>
          </a:p>
        </p:txBody>
      </p:sp>
    </p:spTree>
    <p:extLst>
      <p:ext uri="{BB962C8B-B14F-4D97-AF65-F5344CB8AC3E}">
        <p14:creationId xmlns:p14="http://schemas.microsoft.com/office/powerpoint/2010/main" val="131036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6598227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시스템 기획안 </a:t>
            </a:r>
            <a:r>
              <a:rPr lang="ko-KR" altLang="en-US" sz="2400" b="1" dirty="0">
                <a:ea typeface="맑은 고딕"/>
              </a:rPr>
              <a:t>| 시스템 구조도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2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6" y="1293469"/>
            <a:ext cx="79199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altLang="ko-KR" sz="1600" dirty="0">
                <a:ea typeface="맑은 고딕"/>
              </a:rPr>
              <a:t>Flow chart</a:t>
            </a:r>
            <a:endParaRPr lang="ko-KR" altLang="en-US" sz="1600" dirty="0">
              <a:ea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564DDA-DF88-1C19-EB1B-AE8694B8D43B}"/>
              </a:ext>
            </a:extLst>
          </p:cNvPr>
          <p:cNvSpPr/>
          <p:nvPr/>
        </p:nvSpPr>
        <p:spPr>
          <a:xfrm>
            <a:off x="285251" y="1811384"/>
            <a:ext cx="11621498" cy="4470504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순서도: 수행의 시작/종료 25">
            <a:extLst>
              <a:ext uri="{FF2B5EF4-FFF2-40B4-BE49-F238E27FC236}">
                <a16:creationId xmlns:a16="http://schemas.microsoft.com/office/drawing/2014/main" id="{EE537CC3-FECA-585D-23B4-52003FF15A26}"/>
              </a:ext>
            </a:extLst>
          </p:cNvPr>
          <p:cNvSpPr/>
          <p:nvPr/>
        </p:nvSpPr>
        <p:spPr>
          <a:xfrm>
            <a:off x="470262" y="2125750"/>
            <a:ext cx="844732" cy="425671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이벤트 발생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7D4FA26-2DED-76FC-F826-30CBA0D17271}"/>
              </a:ext>
            </a:extLst>
          </p:cNvPr>
          <p:cNvCxnSpPr>
            <a:cxnSpLocks/>
          </p:cNvCxnSpPr>
          <p:nvPr/>
        </p:nvCxnSpPr>
        <p:spPr>
          <a:xfrm>
            <a:off x="1314994" y="2351314"/>
            <a:ext cx="3744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순서도: 판단 33">
            <a:extLst>
              <a:ext uri="{FF2B5EF4-FFF2-40B4-BE49-F238E27FC236}">
                <a16:creationId xmlns:a16="http://schemas.microsoft.com/office/drawing/2014/main" id="{95620D7D-44EA-7F76-1F4E-C6924256D3C2}"/>
              </a:ext>
            </a:extLst>
          </p:cNvPr>
          <p:cNvSpPr/>
          <p:nvPr/>
        </p:nvSpPr>
        <p:spPr>
          <a:xfrm>
            <a:off x="1715632" y="1959057"/>
            <a:ext cx="1314994" cy="783772"/>
          </a:xfrm>
          <a:prstGeom prst="flowChartDecision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생성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F14AAFC-CAFA-AAA2-16C6-EF91920EF9C7}"/>
              </a:ext>
            </a:extLst>
          </p:cNvPr>
          <p:cNvCxnSpPr>
            <a:cxnSpLocks/>
          </p:cNvCxnSpPr>
          <p:nvPr/>
        </p:nvCxnSpPr>
        <p:spPr>
          <a:xfrm>
            <a:off x="2965311" y="2342328"/>
            <a:ext cx="4223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5BD93D6-0296-1435-76C8-71FFAFE80786}"/>
              </a:ext>
            </a:extLst>
          </p:cNvPr>
          <p:cNvCxnSpPr>
            <a:cxnSpLocks/>
          </p:cNvCxnSpPr>
          <p:nvPr/>
        </p:nvCxnSpPr>
        <p:spPr>
          <a:xfrm>
            <a:off x="2381793" y="2742995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DED856F5-663F-B752-FA0B-BE3543B1ECAB}"/>
              </a:ext>
            </a:extLst>
          </p:cNvPr>
          <p:cNvSpPr/>
          <p:nvPr/>
        </p:nvSpPr>
        <p:spPr>
          <a:xfrm>
            <a:off x="1689463" y="3280750"/>
            <a:ext cx="1384659" cy="492034"/>
          </a:xfrm>
          <a:prstGeom prst="flowChartProcess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생성 </a:t>
            </a:r>
            <a:r>
              <a:rPr lang="ko-KR" altLang="en-US" sz="800" dirty="0" err="1"/>
              <a:t>탬플릿</a:t>
            </a:r>
            <a:r>
              <a:rPr lang="ko-KR" altLang="en-US" sz="800" dirty="0"/>
              <a:t> 발송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8F37F4-6374-98AF-9FC6-AF59B54540E8}"/>
              </a:ext>
            </a:extLst>
          </p:cNvPr>
          <p:cNvSpPr txBox="1"/>
          <p:nvPr/>
        </p:nvSpPr>
        <p:spPr>
          <a:xfrm>
            <a:off x="2033450" y="2878073"/>
            <a:ext cx="348342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Yes</a:t>
            </a:r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AC4E495B-1F22-FB51-9880-ACCFAD16DE54}"/>
              </a:ext>
            </a:extLst>
          </p:cNvPr>
          <p:cNvSpPr/>
          <p:nvPr/>
        </p:nvSpPr>
        <p:spPr>
          <a:xfrm>
            <a:off x="3379801" y="1965590"/>
            <a:ext cx="1476102" cy="783772"/>
          </a:xfrm>
          <a:prstGeom prst="flowChartDecision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상태 변경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C1BD71-C39F-1CB6-2D1C-3616E982893E}"/>
              </a:ext>
            </a:extLst>
          </p:cNvPr>
          <p:cNvSpPr txBox="1"/>
          <p:nvPr/>
        </p:nvSpPr>
        <p:spPr>
          <a:xfrm>
            <a:off x="3068514" y="2036361"/>
            <a:ext cx="3810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No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AB9EA5D-A784-A4AC-7D99-ABC7FC005E02}"/>
              </a:ext>
            </a:extLst>
          </p:cNvPr>
          <p:cNvCxnSpPr>
            <a:cxnSpLocks/>
          </p:cNvCxnSpPr>
          <p:nvPr/>
        </p:nvCxnSpPr>
        <p:spPr>
          <a:xfrm>
            <a:off x="4117852" y="2749362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C867DA8-7EBD-5432-2F04-4449243FD311}"/>
              </a:ext>
            </a:extLst>
          </p:cNvPr>
          <p:cNvSpPr txBox="1"/>
          <p:nvPr/>
        </p:nvSpPr>
        <p:spPr>
          <a:xfrm>
            <a:off x="3778172" y="2868773"/>
            <a:ext cx="348342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Yes</a:t>
            </a:r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9C5B1739-05D9-CBAF-55F9-D47A5117C338}"/>
              </a:ext>
            </a:extLst>
          </p:cNvPr>
          <p:cNvSpPr/>
          <p:nvPr/>
        </p:nvSpPr>
        <p:spPr>
          <a:xfrm>
            <a:off x="3347097" y="3274388"/>
            <a:ext cx="1476101" cy="492034"/>
          </a:xfrm>
          <a:prstGeom prst="flowChartProcess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상태 변경 </a:t>
            </a:r>
            <a:r>
              <a:rPr lang="ko-KR" altLang="en-US" sz="800" dirty="0" err="1"/>
              <a:t>탬플릿</a:t>
            </a:r>
            <a:r>
              <a:rPr lang="ko-KR" altLang="en-US" sz="800" dirty="0"/>
              <a:t> 발송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816E317-8790-8862-BD55-82CB51F20F4C}"/>
              </a:ext>
            </a:extLst>
          </p:cNvPr>
          <p:cNvCxnSpPr>
            <a:cxnSpLocks/>
          </p:cNvCxnSpPr>
          <p:nvPr/>
        </p:nvCxnSpPr>
        <p:spPr>
          <a:xfrm>
            <a:off x="2381792" y="3772784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순서도: 문서 46">
            <a:extLst>
              <a:ext uri="{FF2B5EF4-FFF2-40B4-BE49-F238E27FC236}">
                <a16:creationId xmlns:a16="http://schemas.microsoft.com/office/drawing/2014/main" id="{CA6E4820-DD8B-F4DE-4762-786DD51F5DE1}"/>
              </a:ext>
            </a:extLst>
          </p:cNvPr>
          <p:cNvSpPr/>
          <p:nvPr/>
        </p:nvSpPr>
        <p:spPr>
          <a:xfrm>
            <a:off x="1689463" y="4258454"/>
            <a:ext cx="1384659" cy="653143"/>
          </a:xfrm>
          <a:prstGeom prst="flowChartDocumen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생성 메시지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747E7E-B15F-8C49-ED23-C6D045D37419}"/>
              </a:ext>
            </a:extLst>
          </p:cNvPr>
          <p:cNvCxnSpPr>
            <a:cxnSpLocks/>
          </p:cNvCxnSpPr>
          <p:nvPr/>
        </p:nvCxnSpPr>
        <p:spPr>
          <a:xfrm>
            <a:off x="2390496" y="4859012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순서도: 수행의 시작/종료 50">
            <a:extLst>
              <a:ext uri="{FF2B5EF4-FFF2-40B4-BE49-F238E27FC236}">
                <a16:creationId xmlns:a16="http://schemas.microsoft.com/office/drawing/2014/main" id="{4CF89051-F013-37C2-6ECF-2CF553E0F146}"/>
              </a:ext>
            </a:extLst>
          </p:cNvPr>
          <p:cNvSpPr/>
          <p:nvPr/>
        </p:nvSpPr>
        <p:spPr>
          <a:xfrm>
            <a:off x="2120532" y="5476968"/>
            <a:ext cx="548641" cy="272170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끝</a:t>
            </a:r>
            <a:endParaRPr lang="ko-KR" altLang="en-US" sz="8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9966987A-4F46-2B2A-55B6-3C6C2215498D}"/>
              </a:ext>
            </a:extLst>
          </p:cNvPr>
          <p:cNvCxnSpPr>
            <a:cxnSpLocks/>
          </p:cNvCxnSpPr>
          <p:nvPr/>
        </p:nvCxnSpPr>
        <p:spPr>
          <a:xfrm>
            <a:off x="4117852" y="3766422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순서도: 문서 52">
            <a:extLst>
              <a:ext uri="{FF2B5EF4-FFF2-40B4-BE49-F238E27FC236}">
                <a16:creationId xmlns:a16="http://schemas.microsoft.com/office/drawing/2014/main" id="{CED885C1-D251-15DC-1B7B-3DCBAFFD8555}"/>
              </a:ext>
            </a:extLst>
          </p:cNvPr>
          <p:cNvSpPr/>
          <p:nvPr/>
        </p:nvSpPr>
        <p:spPr>
          <a:xfrm>
            <a:off x="3471244" y="4264818"/>
            <a:ext cx="1384659" cy="653143"/>
          </a:xfrm>
          <a:prstGeom prst="flowChartDocumen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상태 변경 메시지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408C2352-B9FD-A4C5-A328-57B30F00A4B1}"/>
              </a:ext>
            </a:extLst>
          </p:cNvPr>
          <p:cNvCxnSpPr>
            <a:cxnSpLocks/>
          </p:cNvCxnSpPr>
          <p:nvPr/>
        </p:nvCxnSpPr>
        <p:spPr>
          <a:xfrm>
            <a:off x="4139619" y="4878943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순서도: 수행의 시작/종료 54">
            <a:extLst>
              <a:ext uri="{FF2B5EF4-FFF2-40B4-BE49-F238E27FC236}">
                <a16:creationId xmlns:a16="http://schemas.microsoft.com/office/drawing/2014/main" id="{F14028D9-D996-D182-69FA-1CE68EB9472D}"/>
              </a:ext>
            </a:extLst>
          </p:cNvPr>
          <p:cNvSpPr/>
          <p:nvPr/>
        </p:nvSpPr>
        <p:spPr>
          <a:xfrm>
            <a:off x="3889252" y="5476968"/>
            <a:ext cx="548641" cy="272170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끝</a:t>
            </a:r>
            <a:endParaRPr lang="ko-KR" altLang="en-US" sz="800" dirty="0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40EAF3B-B01B-F817-A799-3FC0D3EF8E58}"/>
              </a:ext>
            </a:extLst>
          </p:cNvPr>
          <p:cNvCxnSpPr>
            <a:cxnSpLocks/>
          </p:cNvCxnSpPr>
          <p:nvPr/>
        </p:nvCxnSpPr>
        <p:spPr>
          <a:xfrm>
            <a:off x="4838367" y="2342328"/>
            <a:ext cx="6183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E6753FF-FE67-9F9B-ADA7-9F9593751C1B}"/>
              </a:ext>
            </a:extLst>
          </p:cNvPr>
          <p:cNvSpPr txBox="1"/>
          <p:nvPr/>
        </p:nvSpPr>
        <p:spPr>
          <a:xfrm>
            <a:off x="4914471" y="2036361"/>
            <a:ext cx="3810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No</a:t>
            </a:r>
          </a:p>
        </p:txBody>
      </p:sp>
      <p:sp>
        <p:nvSpPr>
          <p:cNvPr id="58" name="순서도: 판단 57">
            <a:extLst>
              <a:ext uri="{FF2B5EF4-FFF2-40B4-BE49-F238E27FC236}">
                <a16:creationId xmlns:a16="http://schemas.microsoft.com/office/drawing/2014/main" id="{8FB6E35E-1145-C116-0D41-C92F7CF2643D}"/>
              </a:ext>
            </a:extLst>
          </p:cNvPr>
          <p:cNvSpPr/>
          <p:nvPr/>
        </p:nvSpPr>
        <p:spPr>
          <a:xfrm>
            <a:off x="5460613" y="1952861"/>
            <a:ext cx="1543644" cy="783772"/>
          </a:xfrm>
          <a:prstGeom prst="flowChartDecision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새 댓글 작성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85FE014-B0FD-683B-4340-2A174D0701EC}"/>
              </a:ext>
            </a:extLst>
          </p:cNvPr>
          <p:cNvCxnSpPr>
            <a:cxnSpLocks/>
          </p:cNvCxnSpPr>
          <p:nvPr/>
        </p:nvCxnSpPr>
        <p:spPr>
          <a:xfrm>
            <a:off x="6219264" y="2736633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537D7EC-EEDD-D096-F185-A1094FE565E0}"/>
              </a:ext>
            </a:extLst>
          </p:cNvPr>
          <p:cNvSpPr txBox="1"/>
          <p:nvPr/>
        </p:nvSpPr>
        <p:spPr>
          <a:xfrm>
            <a:off x="5865318" y="2862240"/>
            <a:ext cx="348342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Yes</a:t>
            </a: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16446F39-2E65-5BC3-B43B-C56188A5AB34}"/>
              </a:ext>
            </a:extLst>
          </p:cNvPr>
          <p:cNvSpPr/>
          <p:nvPr/>
        </p:nvSpPr>
        <p:spPr>
          <a:xfrm>
            <a:off x="5494384" y="3269448"/>
            <a:ext cx="1476101" cy="492034"/>
          </a:xfrm>
          <a:prstGeom prst="flowChartProcess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댓글 작성 </a:t>
            </a:r>
            <a:r>
              <a:rPr lang="ko-KR" altLang="en-US" sz="800" dirty="0" err="1"/>
              <a:t>탬플릿</a:t>
            </a:r>
            <a:r>
              <a:rPr lang="ko-KR" altLang="en-US" sz="800" dirty="0"/>
              <a:t> 발송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784138C-2041-7224-8ACD-71966868C5D4}"/>
              </a:ext>
            </a:extLst>
          </p:cNvPr>
          <p:cNvCxnSpPr>
            <a:cxnSpLocks/>
          </p:cNvCxnSpPr>
          <p:nvPr/>
        </p:nvCxnSpPr>
        <p:spPr>
          <a:xfrm>
            <a:off x="6213659" y="3759889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순서도: 문서 62">
            <a:extLst>
              <a:ext uri="{FF2B5EF4-FFF2-40B4-BE49-F238E27FC236}">
                <a16:creationId xmlns:a16="http://schemas.microsoft.com/office/drawing/2014/main" id="{36E91758-5104-6EC5-E4DA-4489DF9F64D7}"/>
              </a:ext>
            </a:extLst>
          </p:cNvPr>
          <p:cNvSpPr/>
          <p:nvPr/>
        </p:nvSpPr>
        <p:spPr>
          <a:xfrm>
            <a:off x="5573028" y="4264818"/>
            <a:ext cx="1384659" cy="653143"/>
          </a:xfrm>
          <a:prstGeom prst="flowChartDocumen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신규 댓글 메시지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BAB5D25-D9EF-A71C-6F00-743FF74AB1B4}"/>
              </a:ext>
            </a:extLst>
          </p:cNvPr>
          <p:cNvCxnSpPr>
            <a:cxnSpLocks/>
          </p:cNvCxnSpPr>
          <p:nvPr/>
        </p:nvCxnSpPr>
        <p:spPr>
          <a:xfrm>
            <a:off x="6222321" y="4872410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순서도: 수행의 시작/종료 64">
            <a:extLst>
              <a:ext uri="{FF2B5EF4-FFF2-40B4-BE49-F238E27FC236}">
                <a16:creationId xmlns:a16="http://schemas.microsoft.com/office/drawing/2014/main" id="{B2AD034B-C376-D0B4-48E8-89F543827C19}"/>
              </a:ext>
            </a:extLst>
          </p:cNvPr>
          <p:cNvSpPr/>
          <p:nvPr/>
        </p:nvSpPr>
        <p:spPr>
          <a:xfrm>
            <a:off x="5948000" y="5476968"/>
            <a:ext cx="548641" cy="272170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끝</a:t>
            </a:r>
            <a:endParaRPr lang="ko-KR" altLang="en-US" sz="8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F5BB241-B032-5655-AF87-E7C279BDEC23}"/>
              </a:ext>
            </a:extLst>
          </p:cNvPr>
          <p:cNvCxnSpPr>
            <a:cxnSpLocks/>
          </p:cNvCxnSpPr>
          <p:nvPr/>
        </p:nvCxnSpPr>
        <p:spPr>
          <a:xfrm>
            <a:off x="7004257" y="2342328"/>
            <a:ext cx="6183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3849FAE-CE8B-EDB8-45F8-E559C60CA5F6}"/>
              </a:ext>
            </a:extLst>
          </p:cNvPr>
          <p:cNvSpPr txBox="1"/>
          <p:nvPr/>
        </p:nvSpPr>
        <p:spPr>
          <a:xfrm>
            <a:off x="7050999" y="2033848"/>
            <a:ext cx="3810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No</a:t>
            </a:r>
          </a:p>
        </p:txBody>
      </p:sp>
      <p:sp>
        <p:nvSpPr>
          <p:cNvPr id="68" name="순서도: 판단 67">
            <a:extLst>
              <a:ext uri="{FF2B5EF4-FFF2-40B4-BE49-F238E27FC236}">
                <a16:creationId xmlns:a16="http://schemas.microsoft.com/office/drawing/2014/main" id="{E2BDE3A4-CF16-3024-6F62-84DF98E02465}"/>
              </a:ext>
            </a:extLst>
          </p:cNvPr>
          <p:cNvSpPr/>
          <p:nvPr/>
        </p:nvSpPr>
        <p:spPr>
          <a:xfrm>
            <a:off x="7646571" y="1972876"/>
            <a:ext cx="1411120" cy="783772"/>
          </a:xfrm>
          <a:prstGeom prst="flowChartDecision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기존 댓글 편집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A0158EC-F800-4F74-49C7-DC80F3BAB95A}"/>
              </a:ext>
            </a:extLst>
          </p:cNvPr>
          <p:cNvCxnSpPr>
            <a:cxnSpLocks/>
          </p:cNvCxnSpPr>
          <p:nvPr/>
        </p:nvCxnSpPr>
        <p:spPr>
          <a:xfrm>
            <a:off x="8349037" y="2755558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8D8CA98-F84E-1D22-7DC4-C9CB86FB87B8}"/>
              </a:ext>
            </a:extLst>
          </p:cNvPr>
          <p:cNvSpPr txBox="1"/>
          <p:nvPr/>
        </p:nvSpPr>
        <p:spPr>
          <a:xfrm>
            <a:off x="7976843" y="2862240"/>
            <a:ext cx="348342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Yes</a:t>
            </a:r>
          </a:p>
        </p:txBody>
      </p:sp>
      <p:sp>
        <p:nvSpPr>
          <p:cNvPr id="71" name="순서도: 처리 70">
            <a:extLst>
              <a:ext uri="{FF2B5EF4-FFF2-40B4-BE49-F238E27FC236}">
                <a16:creationId xmlns:a16="http://schemas.microsoft.com/office/drawing/2014/main" id="{831319A2-CB06-1B94-2512-D61022E580BD}"/>
              </a:ext>
            </a:extLst>
          </p:cNvPr>
          <p:cNvSpPr/>
          <p:nvPr/>
        </p:nvSpPr>
        <p:spPr>
          <a:xfrm>
            <a:off x="7587134" y="3280750"/>
            <a:ext cx="1476101" cy="492034"/>
          </a:xfrm>
          <a:prstGeom prst="flowChartProcess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댓글 편집 </a:t>
            </a:r>
            <a:r>
              <a:rPr lang="ko-KR" altLang="en-US" sz="800" dirty="0" err="1"/>
              <a:t>탬플릿</a:t>
            </a:r>
            <a:r>
              <a:rPr lang="ko-KR" altLang="en-US" sz="800" dirty="0"/>
              <a:t> 발송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934B575-65B1-B057-35BE-2C8EA7A34E91}"/>
              </a:ext>
            </a:extLst>
          </p:cNvPr>
          <p:cNvCxnSpPr>
            <a:cxnSpLocks/>
          </p:cNvCxnSpPr>
          <p:nvPr/>
        </p:nvCxnSpPr>
        <p:spPr>
          <a:xfrm>
            <a:off x="8349037" y="3766421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순서도: 문서 72">
            <a:extLst>
              <a:ext uri="{FF2B5EF4-FFF2-40B4-BE49-F238E27FC236}">
                <a16:creationId xmlns:a16="http://schemas.microsoft.com/office/drawing/2014/main" id="{D6523BED-CA9A-64D0-ABFE-3523E4D8DAD3}"/>
              </a:ext>
            </a:extLst>
          </p:cNvPr>
          <p:cNvSpPr/>
          <p:nvPr/>
        </p:nvSpPr>
        <p:spPr>
          <a:xfrm>
            <a:off x="7656706" y="4258455"/>
            <a:ext cx="1384659" cy="653143"/>
          </a:xfrm>
          <a:prstGeom prst="flowChartDocumen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변경된 댓글 메시지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B38D6D5-E327-163E-D98A-88A4588D0130}"/>
              </a:ext>
            </a:extLst>
          </p:cNvPr>
          <p:cNvCxnSpPr>
            <a:cxnSpLocks/>
          </p:cNvCxnSpPr>
          <p:nvPr/>
        </p:nvCxnSpPr>
        <p:spPr>
          <a:xfrm>
            <a:off x="8355666" y="4859012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순서도: 수행의 시작/종료 74">
            <a:extLst>
              <a:ext uri="{FF2B5EF4-FFF2-40B4-BE49-F238E27FC236}">
                <a16:creationId xmlns:a16="http://schemas.microsoft.com/office/drawing/2014/main" id="{7571A5F5-A7DB-42AB-AE96-183DD66F6F21}"/>
              </a:ext>
            </a:extLst>
          </p:cNvPr>
          <p:cNvSpPr/>
          <p:nvPr/>
        </p:nvSpPr>
        <p:spPr>
          <a:xfrm>
            <a:off x="8081345" y="5476968"/>
            <a:ext cx="548641" cy="272170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끝</a:t>
            </a:r>
            <a:endParaRPr lang="ko-KR" altLang="en-US" sz="800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E95AEBC-300B-3E0F-8B3F-DF35E3CCF0DA}"/>
              </a:ext>
            </a:extLst>
          </p:cNvPr>
          <p:cNvCxnSpPr>
            <a:cxnSpLocks/>
          </p:cNvCxnSpPr>
          <p:nvPr/>
        </p:nvCxnSpPr>
        <p:spPr>
          <a:xfrm>
            <a:off x="9053436" y="2363672"/>
            <a:ext cx="6183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D00414C-AF75-4D5F-E874-E14D4DA16917}"/>
              </a:ext>
            </a:extLst>
          </p:cNvPr>
          <p:cNvSpPr txBox="1"/>
          <p:nvPr/>
        </p:nvSpPr>
        <p:spPr>
          <a:xfrm>
            <a:off x="9097419" y="2030804"/>
            <a:ext cx="3810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No</a:t>
            </a:r>
          </a:p>
        </p:txBody>
      </p:sp>
      <p:sp>
        <p:nvSpPr>
          <p:cNvPr id="78" name="순서도: 판단 77">
            <a:extLst>
              <a:ext uri="{FF2B5EF4-FFF2-40B4-BE49-F238E27FC236}">
                <a16:creationId xmlns:a16="http://schemas.microsoft.com/office/drawing/2014/main" id="{D64D8486-E5C3-6D9F-C392-11FB65096194}"/>
              </a:ext>
            </a:extLst>
          </p:cNvPr>
          <p:cNvSpPr/>
          <p:nvPr/>
        </p:nvSpPr>
        <p:spPr>
          <a:xfrm>
            <a:off x="9671745" y="1972876"/>
            <a:ext cx="1280229" cy="783772"/>
          </a:xfrm>
          <a:prstGeom prst="flowChartDecision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연결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7E11F89-F06E-5E7C-44B3-4AC35110030D}"/>
              </a:ext>
            </a:extLst>
          </p:cNvPr>
          <p:cNvCxnSpPr>
            <a:cxnSpLocks/>
          </p:cNvCxnSpPr>
          <p:nvPr/>
        </p:nvCxnSpPr>
        <p:spPr>
          <a:xfrm>
            <a:off x="10308543" y="2742995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8B43825-AB34-DC04-407E-8C9D3536F987}"/>
              </a:ext>
            </a:extLst>
          </p:cNvPr>
          <p:cNvSpPr txBox="1"/>
          <p:nvPr/>
        </p:nvSpPr>
        <p:spPr>
          <a:xfrm>
            <a:off x="9936348" y="2878073"/>
            <a:ext cx="348342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Yes</a:t>
            </a: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5CC4A190-A018-B37B-10BC-2F6587B8DEB2}"/>
              </a:ext>
            </a:extLst>
          </p:cNvPr>
          <p:cNvSpPr/>
          <p:nvPr/>
        </p:nvSpPr>
        <p:spPr>
          <a:xfrm>
            <a:off x="9570492" y="3256758"/>
            <a:ext cx="1476101" cy="492034"/>
          </a:xfrm>
          <a:prstGeom prst="flowChartProcess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연결 </a:t>
            </a:r>
            <a:r>
              <a:rPr lang="ko-KR" altLang="en-US" sz="800" dirty="0" err="1"/>
              <a:t>탬플릿</a:t>
            </a:r>
            <a:r>
              <a:rPr lang="ko-KR" altLang="en-US" sz="800" dirty="0"/>
              <a:t> 발송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1A5B396-9400-F13A-7D62-6E96765F480D}"/>
              </a:ext>
            </a:extLst>
          </p:cNvPr>
          <p:cNvCxnSpPr>
            <a:cxnSpLocks/>
          </p:cNvCxnSpPr>
          <p:nvPr/>
        </p:nvCxnSpPr>
        <p:spPr>
          <a:xfrm>
            <a:off x="10851756" y="2364762"/>
            <a:ext cx="3874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순서도: 수행의 시작/종료 84">
            <a:extLst>
              <a:ext uri="{FF2B5EF4-FFF2-40B4-BE49-F238E27FC236}">
                <a16:creationId xmlns:a16="http://schemas.microsoft.com/office/drawing/2014/main" id="{8A89C1DD-1A37-5C2E-E5D0-E592608714E7}"/>
              </a:ext>
            </a:extLst>
          </p:cNvPr>
          <p:cNvSpPr/>
          <p:nvPr/>
        </p:nvSpPr>
        <p:spPr>
          <a:xfrm>
            <a:off x="11255448" y="2228677"/>
            <a:ext cx="548641" cy="272170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끝</a:t>
            </a:r>
            <a:endParaRPr lang="ko-KR" altLang="en-US" sz="8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D3EA5BF-5B05-0799-A24E-303F9A4A3162}"/>
              </a:ext>
            </a:extLst>
          </p:cNvPr>
          <p:cNvSpPr txBox="1"/>
          <p:nvPr/>
        </p:nvSpPr>
        <p:spPr>
          <a:xfrm>
            <a:off x="10777975" y="2030805"/>
            <a:ext cx="3810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00" dirty="0">
                <a:ea typeface="맑은 고딕"/>
              </a:rPr>
              <a:t>No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E663213-28AF-CE10-F647-83898B299E57}"/>
              </a:ext>
            </a:extLst>
          </p:cNvPr>
          <p:cNvCxnSpPr>
            <a:cxnSpLocks/>
          </p:cNvCxnSpPr>
          <p:nvPr/>
        </p:nvCxnSpPr>
        <p:spPr>
          <a:xfrm>
            <a:off x="10308542" y="3748792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순서도: 문서 88">
            <a:extLst>
              <a:ext uri="{FF2B5EF4-FFF2-40B4-BE49-F238E27FC236}">
                <a16:creationId xmlns:a16="http://schemas.microsoft.com/office/drawing/2014/main" id="{B849FF79-2D57-62C5-4CD9-F7AF3F1BEB5F}"/>
              </a:ext>
            </a:extLst>
          </p:cNvPr>
          <p:cNvSpPr/>
          <p:nvPr/>
        </p:nvSpPr>
        <p:spPr>
          <a:xfrm>
            <a:off x="9619169" y="4264614"/>
            <a:ext cx="1384659" cy="653143"/>
          </a:xfrm>
          <a:prstGeom prst="flowChartDocumen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이슈 연결 메시지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9C8741F-CF31-A2A3-E953-7B8F5BA84536}"/>
              </a:ext>
            </a:extLst>
          </p:cNvPr>
          <p:cNvCxnSpPr>
            <a:cxnSpLocks/>
          </p:cNvCxnSpPr>
          <p:nvPr/>
        </p:nvCxnSpPr>
        <p:spPr>
          <a:xfrm>
            <a:off x="10317042" y="4872410"/>
            <a:ext cx="0" cy="492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순서도: 수행의 시작/종료 90">
            <a:extLst>
              <a:ext uri="{FF2B5EF4-FFF2-40B4-BE49-F238E27FC236}">
                <a16:creationId xmlns:a16="http://schemas.microsoft.com/office/drawing/2014/main" id="{FF4419FE-5D52-6A92-C7D2-9A383FB858DB}"/>
              </a:ext>
            </a:extLst>
          </p:cNvPr>
          <p:cNvSpPr/>
          <p:nvPr/>
        </p:nvSpPr>
        <p:spPr>
          <a:xfrm>
            <a:off x="10042721" y="5476968"/>
            <a:ext cx="548641" cy="272170"/>
          </a:xfrm>
          <a:prstGeom prst="flowChartTerminator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끝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479085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6598227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시스템 기획안 </a:t>
            </a:r>
            <a:r>
              <a:rPr lang="ko-KR" altLang="en-US" sz="2400" b="1" dirty="0">
                <a:ea typeface="맑은 고딕"/>
              </a:rPr>
              <a:t>| 개발 필요 부분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2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6" y="1293469"/>
            <a:ext cx="79199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o-KR" altLang="en-US" sz="1600" dirty="0">
                <a:ea typeface="맑은 고딕"/>
              </a:rPr>
              <a:t>신규 개발이 필요한 부분은 아래와 같음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B2575-A181-FE5F-CD8C-ABD11E52A988}"/>
              </a:ext>
            </a:extLst>
          </p:cNvPr>
          <p:cNvSpPr txBox="1"/>
          <p:nvPr/>
        </p:nvSpPr>
        <p:spPr>
          <a:xfrm>
            <a:off x="484907" y="1695644"/>
            <a:ext cx="8243454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Jira</a:t>
            </a:r>
            <a:r>
              <a:rPr lang="ko-KR" altLang="en-US" sz="800" dirty="0">
                <a:ea typeface="맑은 고딕"/>
              </a:rPr>
              <a:t>에서 생성된 이벤트를 전달 받고 전달 받은 이벤트를 정해진 </a:t>
            </a:r>
            <a:r>
              <a:rPr lang="ko-KR" altLang="en-US" sz="800" dirty="0" err="1">
                <a:ea typeface="맑은 고딕"/>
              </a:rPr>
              <a:t>탬플릿에</a:t>
            </a:r>
            <a:r>
              <a:rPr lang="ko-KR" altLang="en-US" sz="800" dirty="0">
                <a:ea typeface="맑은 고딕"/>
              </a:rPr>
              <a:t> 따라 </a:t>
            </a:r>
            <a:r>
              <a:rPr lang="en-US" altLang="ko-KR" sz="800" dirty="0">
                <a:ea typeface="맑은 고딕"/>
              </a:rPr>
              <a:t>NAS </a:t>
            </a:r>
            <a:r>
              <a:rPr lang="ko-KR" altLang="en-US" sz="800" dirty="0">
                <a:ea typeface="맑은 고딕"/>
              </a:rPr>
              <a:t>서버에 전달할 </a:t>
            </a:r>
            <a:r>
              <a:rPr lang="ko-KR" altLang="en-US" sz="800" b="1" dirty="0">
                <a:solidFill>
                  <a:srgbClr val="FF0000"/>
                </a:solidFill>
                <a:ea typeface="맑은 고딕"/>
              </a:rPr>
              <a:t>이벤트 </a:t>
            </a:r>
            <a:r>
              <a:rPr lang="ko-KR" altLang="en-US" sz="800" b="1" dirty="0" err="1">
                <a:solidFill>
                  <a:srgbClr val="FF0000"/>
                </a:solidFill>
                <a:ea typeface="맑은 고딕"/>
              </a:rPr>
              <a:t>리스너</a:t>
            </a:r>
            <a:r>
              <a:rPr lang="en-US" altLang="ko-KR" sz="800" b="1" dirty="0">
                <a:solidFill>
                  <a:srgbClr val="FF0000"/>
                </a:solidFill>
                <a:ea typeface="맑은 고딕"/>
              </a:rPr>
              <a:t> </a:t>
            </a:r>
            <a:r>
              <a:rPr lang="ko-KR" altLang="en-US" sz="800" b="1" dirty="0">
                <a:solidFill>
                  <a:srgbClr val="FF0000"/>
                </a:solidFill>
                <a:ea typeface="맑은 고딕"/>
              </a:rPr>
              <a:t>스크립트</a:t>
            </a:r>
            <a:endParaRPr lang="en-US" altLang="ko-KR" sz="800" b="1" dirty="0">
              <a:solidFill>
                <a:srgbClr val="FF0000"/>
              </a:solidFill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NAS </a:t>
            </a:r>
            <a:r>
              <a:rPr lang="ko-KR" altLang="en-US" sz="800" dirty="0">
                <a:ea typeface="맑은 고딕"/>
              </a:rPr>
              <a:t>서버 내에서 이벤트 </a:t>
            </a:r>
            <a:r>
              <a:rPr lang="ko-KR" altLang="en-US" sz="800" dirty="0" err="1">
                <a:ea typeface="맑은 고딕"/>
              </a:rPr>
              <a:t>리스너</a:t>
            </a:r>
            <a:r>
              <a:rPr lang="ko-KR" altLang="en-US" sz="800" dirty="0">
                <a:ea typeface="맑은 고딕"/>
              </a:rPr>
              <a:t> 스크립트에서 전달 받은 정보를 </a:t>
            </a:r>
            <a:r>
              <a:rPr lang="en-US" altLang="ko-KR" sz="800" dirty="0">
                <a:ea typeface="맑은 고딕"/>
              </a:rPr>
              <a:t>Synology chat</a:t>
            </a:r>
            <a:r>
              <a:rPr lang="ko-KR" altLang="en-US" sz="800" dirty="0">
                <a:ea typeface="맑은 고딕"/>
              </a:rPr>
              <a:t>의 </a:t>
            </a:r>
            <a:r>
              <a:rPr lang="ko-KR" altLang="en-US" sz="800" dirty="0" err="1">
                <a:ea typeface="맑은 고딕"/>
              </a:rPr>
              <a:t>챗봇에</a:t>
            </a:r>
            <a:r>
              <a:rPr lang="ko-KR" altLang="en-US" sz="800" dirty="0">
                <a:ea typeface="맑은 고딕"/>
              </a:rPr>
              <a:t> 발송 명령을 할 </a:t>
            </a:r>
            <a:r>
              <a:rPr lang="ko-KR" altLang="en-US" sz="800" b="1" dirty="0">
                <a:solidFill>
                  <a:srgbClr val="FF0000"/>
                </a:solidFill>
                <a:ea typeface="맑은 고딕"/>
              </a:rPr>
              <a:t>서버 내 스크립트</a:t>
            </a:r>
            <a:endParaRPr lang="en-US" altLang="ko-KR" sz="800" b="1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C2B517-15C6-F917-D2B8-664CD763D4EC}"/>
              </a:ext>
            </a:extLst>
          </p:cNvPr>
          <p:cNvSpPr/>
          <p:nvPr/>
        </p:nvSpPr>
        <p:spPr>
          <a:xfrm>
            <a:off x="256994" y="2429628"/>
            <a:ext cx="5620842" cy="35471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308114-D880-838D-D9E0-194CF037ADD5}"/>
              </a:ext>
            </a:extLst>
          </p:cNvPr>
          <p:cNvSpPr/>
          <p:nvPr/>
        </p:nvSpPr>
        <p:spPr>
          <a:xfrm>
            <a:off x="6314165" y="2429628"/>
            <a:ext cx="5620842" cy="354714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FAFE9-9F60-F46C-C609-A765F6B88127}"/>
              </a:ext>
            </a:extLst>
          </p:cNvPr>
          <p:cNvSpPr txBox="1"/>
          <p:nvPr/>
        </p:nvSpPr>
        <p:spPr>
          <a:xfrm>
            <a:off x="2078167" y="2761850"/>
            <a:ext cx="15916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Event Listener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05B90F-C5D8-7841-E2C1-7F0C28CEF96E}"/>
              </a:ext>
            </a:extLst>
          </p:cNvPr>
          <p:cNvSpPr txBox="1"/>
          <p:nvPr/>
        </p:nvSpPr>
        <p:spPr>
          <a:xfrm>
            <a:off x="7977051" y="2761850"/>
            <a:ext cx="237226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600" b="1" dirty="0">
                <a:ea typeface="맑은 고딕"/>
              </a:rPr>
              <a:t>NAS </a:t>
            </a:r>
            <a:r>
              <a:rPr lang="ko-KR" altLang="en-US" sz="1600" b="1" dirty="0">
                <a:ea typeface="맑은 고딕"/>
              </a:rPr>
              <a:t>서버 내 스크립트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5B02BCE-98D5-9FD2-52A2-7AE818BCA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78" y="3395352"/>
            <a:ext cx="1086748" cy="108674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FD4AE42-66C8-715F-1709-BCA64067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709" y="3412176"/>
            <a:ext cx="1472777" cy="10531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3683120-B678-0B51-DE6B-5E63B2CF8143}"/>
              </a:ext>
            </a:extLst>
          </p:cNvPr>
          <p:cNvSpPr txBox="1"/>
          <p:nvPr/>
        </p:nvSpPr>
        <p:spPr>
          <a:xfrm>
            <a:off x="1148004" y="4825832"/>
            <a:ext cx="3838822" cy="807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Atlassian</a:t>
            </a:r>
            <a:r>
              <a:rPr lang="ko-KR" altLang="en-US" sz="800" dirty="0">
                <a:ea typeface="맑은 고딕"/>
              </a:rPr>
              <a:t>에서 제공하는 </a:t>
            </a:r>
            <a:r>
              <a:rPr lang="en-US" altLang="ko-KR" sz="800" dirty="0">
                <a:ea typeface="맑은 고딕"/>
              </a:rPr>
              <a:t>Script Runner </a:t>
            </a:r>
            <a:r>
              <a:rPr lang="ko-KR" altLang="en-US" sz="800" dirty="0">
                <a:ea typeface="맑은 고딕"/>
              </a:rPr>
              <a:t>앱에 </a:t>
            </a:r>
            <a:r>
              <a:rPr lang="ko-KR" altLang="en-US" sz="800" dirty="0" err="1">
                <a:ea typeface="맑은 고딕"/>
              </a:rPr>
              <a:t>리스너</a:t>
            </a:r>
            <a:r>
              <a:rPr lang="ko-KR" altLang="en-US" sz="800" dirty="0">
                <a:ea typeface="맑은 고딕"/>
              </a:rPr>
              <a:t> 스크립트 작업 예정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800" dirty="0">
                <a:ea typeface="맑은 고딕"/>
              </a:rPr>
              <a:t>Jira</a:t>
            </a:r>
            <a:r>
              <a:rPr lang="ko-KR" altLang="en-US" sz="800" dirty="0">
                <a:ea typeface="맑은 고딕"/>
              </a:rPr>
              <a:t>와 호환성이 가장 좋은 </a:t>
            </a:r>
            <a:r>
              <a:rPr lang="en-US" altLang="ko-KR" sz="800" dirty="0">
                <a:ea typeface="맑은 고딕"/>
              </a:rPr>
              <a:t>Groovy</a:t>
            </a:r>
            <a:r>
              <a:rPr lang="ko-KR" altLang="en-US" sz="800" dirty="0">
                <a:ea typeface="맑은 고딕"/>
              </a:rPr>
              <a:t>로 </a:t>
            </a:r>
            <a:r>
              <a:rPr lang="ko-KR" altLang="en-US" sz="800" dirty="0" err="1">
                <a:ea typeface="맑은 고딕"/>
              </a:rPr>
              <a:t>리스너</a:t>
            </a:r>
            <a:r>
              <a:rPr lang="ko-KR" altLang="en-US" sz="800" dirty="0">
                <a:ea typeface="맑은 고딕"/>
              </a:rPr>
              <a:t> 스크립트 제작 예정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모든 이벤트 정보가 발송되면 스팸화 우려가 있어</a:t>
            </a:r>
            <a:r>
              <a:rPr lang="en-US" altLang="ko-KR" sz="800" dirty="0">
                <a:ea typeface="맑은 고딕"/>
              </a:rPr>
              <a:t>, </a:t>
            </a:r>
            <a:r>
              <a:rPr lang="ko-KR" altLang="en-US" sz="800" dirty="0">
                <a:ea typeface="맑은 고딕"/>
              </a:rPr>
              <a:t>가장 많이 쓰이는 이벤트 조건만 발송 조건으로 지정</a:t>
            </a:r>
            <a:endParaRPr lang="en-US" altLang="ko-KR" sz="800" dirty="0">
              <a:ea typeface="맑은 고딕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47035B1-F31C-59E2-72E6-A59C604EB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06" y="3306497"/>
            <a:ext cx="2876754" cy="126445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CE9BCF4-54DE-8753-3F26-F283C15D2A90}"/>
              </a:ext>
            </a:extLst>
          </p:cNvPr>
          <p:cNvSpPr txBox="1"/>
          <p:nvPr/>
        </p:nvSpPr>
        <p:spPr>
          <a:xfrm>
            <a:off x="7033057" y="4825832"/>
            <a:ext cx="4260251" cy="807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유지 보수 용이성을 위해 사내 개발팀의 기술 스택 상 가장 많은 </a:t>
            </a:r>
            <a:r>
              <a:rPr lang="en-US" altLang="ko-KR" sz="800" dirty="0">
                <a:ea typeface="맑은 고딕"/>
              </a:rPr>
              <a:t>node.js</a:t>
            </a:r>
            <a:r>
              <a:rPr lang="ko-KR" altLang="en-US" sz="800" dirty="0">
                <a:ea typeface="맑은 고딕"/>
              </a:rPr>
              <a:t>로 </a:t>
            </a:r>
            <a:r>
              <a:rPr lang="en-US" altLang="ko-KR" sz="800" dirty="0">
                <a:ea typeface="맑은 고딕"/>
              </a:rPr>
              <a:t>NAS </a:t>
            </a:r>
            <a:r>
              <a:rPr lang="ko-KR" altLang="en-US" sz="800" dirty="0">
                <a:ea typeface="맑은 고딕"/>
              </a:rPr>
              <a:t>서버 내 </a:t>
            </a:r>
            <a:r>
              <a:rPr lang="ko-KR" altLang="en-US" sz="800" dirty="0" err="1">
                <a:ea typeface="맑은 고딕"/>
              </a:rPr>
              <a:t>챗</a:t>
            </a:r>
            <a:r>
              <a:rPr lang="ko-KR" altLang="en-US" sz="800" dirty="0">
                <a:ea typeface="맑은 고딕"/>
              </a:rPr>
              <a:t> 봇 구동 스크립트 작업 예정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이슈가 생성되는 즉시 </a:t>
            </a:r>
            <a:r>
              <a:rPr lang="ko-KR" altLang="en-US" sz="800" dirty="0" err="1">
                <a:ea typeface="맑은 고딕"/>
              </a:rPr>
              <a:t>챗봇이</a:t>
            </a:r>
            <a:r>
              <a:rPr lang="ko-KR" altLang="en-US" sz="800" dirty="0">
                <a:ea typeface="맑은 고딕"/>
              </a:rPr>
              <a:t> 응답해야 하는 만큼 빠른 응답시간을 요구하는 서비스 구현에 최적화된 플랫폼 채택</a:t>
            </a:r>
            <a:endParaRPr lang="en-US" altLang="ko-KR" sz="8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3856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7328311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시스템 기획안 </a:t>
            </a:r>
            <a:r>
              <a:rPr lang="ko-KR" altLang="en-US" sz="2400" b="1" dirty="0">
                <a:ea typeface="맑은 고딕"/>
              </a:rPr>
              <a:t>| 이벤트 조건 정의 및 </a:t>
            </a:r>
            <a:r>
              <a:rPr lang="ko-KR" altLang="en-US" sz="2400" b="1" dirty="0" err="1">
                <a:ea typeface="맑은 고딕"/>
              </a:rPr>
              <a:t>탬플릿</a:t>
            </a:r>
            <a:endParaRPr lang="ko-KR" altLang="en-US" sz="2400" b="1" dirty="0">
              <a:ea typeface="맑은 고딕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2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6" y="1293469"/>
            <a:ext cx="79199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o-KR" altLang="en-US" sz="1600" dirty="0">
                <a:ea typeface="맑은 고딕"/>
              </a:rPr>
              <a:t>프로젝트 내에서 가장 많이 쓰이는 이벤트만 알림 발송 예정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B2575-A181-FE5F-CD8C-ABD11E52A988}"/>
              </a:ext>
            </a:extLst>
          </p:cNvPr>
          <p:cNvSpPr txBox="1"/>
          <p:nvPr/>
        </p:nvSpPr>
        <p:spPr>
          <a:xfrm>
            <a:off x="554071" y="1638616"/>
            <a:ext cx="8243454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이슈 생성</a:t>
            </a:r>
            <a:r>
              <a:rPr lang="en-US" altLang="ko-KR" sz="800" dirty="0">
                <a:ea typeface="맑은 고딕"/>
              </a:rPr>
              <a:t>, </a:t>
            </a:r>
            <a:r>
              <a:rPr lang="ko-KR" altLang="en-US" sz="800" dirty="0">
                <a:ea typeface="맑은 고딕"/>
              </a:rPr>
              <a:t>이슈 상태 변경</a:t>
            </a:r>
            <a:r>
              <a:rPr lang="en-US" altLang="ko-KR" sz="800" dirty="0">
                <a:ea typeface="맑은 고딕"/>
              </a:rPr>
              <a:t>, </a:t>
            </a:r>
            <a:r>
              <a:rPr lang="ko-KR" altLang="en-US" sz="800" dirty="0">
                <a:ea typeface="맑은 고딕"/>
              </a:rPr>
              <a:t>코멘트 작성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및 편집</a:t>
            </a:r>
            <a:r>
              <a:rPr lang="en-US" altLang="ko-KR" sz="800" dirty="0">
                <a:ea typeface="맑은 고딕"/>
              </a:rPr>
              <a:t>, </a:t>
            </a:r>
            <a:r>
              <a:rPr lang="ko-KR" altLang="en-US" sz="800" dirty="0">
                <a:ea typeface="맑은 고딕"/>
              </a:rPr>
              <a:t>이슈 간 연결 조건에만 </a:t>
            </a:r>
            <a:r>
              <a:rPr lang="ko-KR" altLang="en-US" sz="800" dirty="0" err="1">
                <a:ea typeface="맑은 고딕"/>
              </a:rPr>
              <a:t>챗봇</a:t>
            </a:r>
            <a:r>
              <a:rPr lang="ko-KR" altLang="en-US" sz="800" dirty="0">
                <a:ea typeface="맑은 고딕"/>
              </a:rPr>
              <a:t> 알림 발송 예정 </a:t>
            </a:r>
            <a:r>
              <a:rPr lang="en-US" altLang="ko-KR" sz="800" dirty="0"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800" b="1" dirty="0">
                <a:ea typeface="맑은 고딕"/>
                <a:sym typeface="Wingdings" panose="05000000000000000000" pitchFamily="2" charset="2"/>
              </a:rPr>
              <a:t>너무 많은 케이스에 발송할 경우 스팸화 우려</a:t>
            </a:r>
            <a:endParaRPr lang="en-US" altLang="ko-KR" sz="800" b="1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아래는 해당 이벤트 발생 조건의 예시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3B16C3-F805-6DA8-185B-2E2A1B3EEB7B}"/>
              </a:ext>
            </a:extLst>
          </p:cNvPr>
          <p:cNvSpPr/>
          <p:nvPr/>
        </p:nvSpPr>
        <p:spPr>
          <a:xfrm>
            <a:off x="675002" y="2182480"/>
            <a:ext cx="2623197" cy="419892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8C28B-51BA-DA0D-1E07-B93CD7F439F9}"/>
              </a:ext>
            </a:extLst>
          </p:cNvPr>
          <p:cNvSpPr txBox="1"/>
          <p:nvPr/>
        </p:nvSpPr>
        <p:spPr>
          <a:xfrm>
            <a:off x="1482110" y="2348793"/>
            <a:ext cx="123775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이슈 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4538F-3498-1DAE-F38A-05054749E78D}"/>
              </a:ext>
            </a:extLst>
          </p:cNvPr>
          <p:cNvSpPr txBox="1"/>
          <p:nvPr/>
        </p:nvSpPr>
        <p:spPr>
          <a:xfrm>
            <a:off x="890405" y="2914240"/>
            <a:ext cx="2229395" cy="28325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If ([</a:t>
            </a:r>
            <a:r>
              <a:rPr lang="en-US" altLang="ko-KR" sz="1000" dirty="0" err="1">
                <a:ea typeface="맑은 고딕"/>
              </a:rPr>
              <a:t>EventTypeId</a:t>
            </a:r>
            <a:r>
              <a:rPr lang="en-US" altLang="ko-KR" sz="1000" dirty="0">
                <a:ea typeface="맑은 고딕"/>
              </a:rPr>
              <a:t>] == created)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return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 프로젝트 명</a:t>
            </a:r>
            <a:r>
              <a:rPr lang="en-US" altLang="ko-KR" sz="1000" dirty="0">
                <a:ea typeface="맑은 고딕"/>
              </a:rPr>
              <a:t>: [project name]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[reporter]</a:t>
            </a:r>
            <a:r>
              <a:rPr lang="ko-KR" altLang="en-US" sz="1000" dirty="0">
                <a:ea typeface="맑은 고딕"/>
              </a:rPr>
              <a:t>가 </a:t>
            </a:r>
            <a:r>
              <a:rPr lang="en-US" altLang="ko-KR" sz="1000" dirty="0">
                <a:ea typeface="맑은 고딕"/>
              </a:rPr>
              <a:t>[issue-id] [issue title] </a:t>
            </a:r>
            <a:r>
              <a:rPr lang="ko-KR" altLang="en-US" sz="1000" dirty="0">
                <a:ea typeface="맑은 고딕"/>
              </a:rPr>
              <a:t>이</a:t>
            </a:r>
            <a:r>
              <a:rPr lang="en-US" altLang="ko-KR" sz="1000" dirty="0">
                <a:ea typeface="맑은 고딕"/>
              </a:rPr>
              <a:t>/</a:t>
            </a:r>
            <a:r>
              <a:rPr lang="ko-KR" altLang="en-US" sz="1000" dirty="0">
                <a:ea typeface="맑은 고딕"/>
              </a:rPr>
              <a:t>가 생성했습니다</a:t>
            </a:r>
            <a:r>
              <a:rPr lang="en-US" altLang="ko-KR" sz="1000" dirty="0"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 담당자</a:t>
            </a:r>
            <a:r>
              <a:rPr lang="en-US" altLang="ko-KR" sz="1000" dirty="0">
                <a:ea typeface="맑은 고딕"/>
              </a:rPr>
              <a:t>: [assignee]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 이슈 확인하기</a:t>
            </a:r>
            <a:r>
              <a:rPr lang="en-US" altLang="ko-KR" sz="1000" dirty="0">
                <a:ea typeface="맑은 고딕"/>
              </a:rPr>
              <a:t>: [issue </a:t>
            </a:r>
            <a:r>
              <a:rPr lang="en-US" altLang="ko-KR" sz="1000" dirty="0" err="1">
                <a:ea typeface="맑은 고딕"/>
              </a:rPr>
              <a:t>url</a:t>
            </a:r>
            <a:r>
              <a:rPr lang="en-US" altLang="ko-KR" sz="1000" dirty="0">
                <a:ea typeface="맑은 고딕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} </a:t>
            </a:r>
            <a:r>
              <a:rPr lang="ko-KR" altLang="en-US" sz="1000" dirty="0">
                <a:ea typeface="맑은 고딕"/>
              </a:rPr>
              <a:t> </a:t>
            </a:r>
            <a:endParaRPr lang="en-US" altLang="ko-KR" sz="1000" dirty="0"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86A2A5-068E-0AB4-A278-83E7E6F36C74}"/>
              </a:ext>
            </a:extLst>
          </p:cNvPr>
          <p:cNvSpPr/>
          <p:nvPr/>
        </p:nvSpPr>
        <p:spPr>
          <a:xfrm>
            <a:off x="3420246" y="2182479"/>
            <a:ext cx="2623198" cy="419892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E574B1-8D7F-04CC-4803-17199AC2CF3D}"/>
              </a:ext>
            </a:extLst>
          </p:cNvPr>
          <p:cNvSpPr/>
          <p:nvPr/>
        </p:nvSpPr>
        <p:spPr>
          <a:xfrm>
            <a:off x="6165491" y="2182478"/>
            <a:ext cx="2623198" cy="419892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8413D-FA31-79DF-98E8-D08F63AE3444}"/>
              </a:ext>
            </a:extLst>
          </p:cNvPr>
          <p:cNvSpPr txBox="1"/>
          <p:nvPr/>
        </p:nvSpPr>
        <p:spPr>
          <a:xfrm>
            <a:off x="3855283" y="2348793"/>
            <a:ext cx="17531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이슈 상태 변경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8BFF8A-E9E4-41AB-901A-DFDC9A256FE3}"/>
              </a:ext>
            </a:extLst>
          </p:cNvPr>
          <p:cNvSpPr txBox="1"/>
          <p:nvPr/>
        </p:nvSpPr>
        <p:spPr>
          <a:xfrm>
            <a:off x="3581639" y="2914240"/>
            <a:ext cx="2300412" cy="30634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If ([</a:t>
            </a:r>
            <a:r>
              <a:rPr lang="en-US" altLang="ko-KR" sz="1000" dirty="0" err="1">
                <a:ea typeface="맑은 고딕"/>
              </a:rPr>
              <a:t>EventTypeId</a:t>
            </a:r>
            <a:r>
              <a:rPr lang="en-US" altLang="ko-KR" sz="1000" dirty="0">
                <a:ea typeface="맑은 고딕"/>
              </a:rPr>
              <a:t>] == updated)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return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 </a:t>
            </a:r>
            <a:r>
              <a:rPr lang="ko-KR" altLang="en-US" sz="1000" dirty="0">
                <a:ea typeface="맑은 고딕"/>
              </a:rPr>
              <a:t>프로젝트 명</a:t>
            </a:r>
            <a:r>
              <a:rPr lang="en-US" altLang="ko-KR" sz="1000" dirty="0">
                <a:ea typeface="맑은 고딕"/>
              </a:rPr>
              <a:t>: [project name]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 </a:t>
            </a:r>
            <a:r>
              <a:rPr lang="en-US" altLang="ko-KR" sz="1000" dirty="0">
                <a:ea typeface="맑은 고딕"/>
              </a:rPr>
              <a:t>[issue-id][issue title]</a:t>
            </a:r>
            <a:r>
              <a:rPr lang="ko-KR" altLang="en-US" sz="1000" dirty="0">
                <a:ea typeface="맑은 고딕"/>
              </a:rPr>
              <a:t>의 상태가 </a:t>
            </a:r>
            <a:r>
              <a:rPr lang="en-US" altLang="ko-KR" sz="1000" dirty="0">
                <a:ea typeface="맑은 고딕"/>
              </a:rPr>
              <a:t>[issue status]</a:t>
            </a:r>
            <a:r>
              <a:rPr lang="ko-KR" altLang="en-US" sz="1000" dirty="0">
                <a:ea typeface="맑은 고딕"/>
              </a:rPr>
              <a:t>로 변경되었습니다</a:t>
            </a:r>
            <a:r>
              <a:rPr lang="en-US" altLang="ko-KR" sz="1000" dirty="0"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[</a:t>
            </a:r>
            <a:r>
              <a:rPr lang="ko-KR" altLang="en-US" sz="1000" dirty="0">
                <a:ea typeface="맑은 고딕"/>
              </a:rPr>
              <a:t>이전 </a:t>
            </a:r>
            <a:r>
              <a:rPr lang="en-US" altLang="ko-KR" sz="1000" dirty="0">
                <a:ea typeface="맑은 고딕"/>
              </a:rPr>
              <a:t>issue status] --&gt; [</a:t>
            </a:r>
            <a:r>
              <a:rPr lang="ko-KR" altLang="en-US" sz="1000" dirty="0">
                <a:ea typeface="맑은 고딕"/>
              </a:rPr>
              <a:t>현재 </a:t>
            </a:r>
            <a:r>
              <a:rPr lang="en-US" altLang="ko-KR" sz="1000" dirty="0">
                <a:ea typeface="맑은 고딕"/>
              </a:rPr>
              <a:t>issue status]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 이슈 확인하기</a:t>
            </a:r>
            <a:r>
              <a:rPr lang="en-US" altLang="ko-KR" sz="1000" dirty="0">
                <a:ea typeface="맑은 고딕"/>
              </a:rPr>
              <a:t>: [issue </a:t>
            </a:r>
            <a:r>
              <a:rPr lang="en-US" altLang="ko-KR" sz="1000" dirty="0" err="1">
                <a:ea typeface="맑은 고딕"/>
              </a:rPr>
              <a:t>url</a:t>
            </a:r>
            <a:r>
              <a:rPr lang="en-US" altLang="ko-KR" sz="1000" dirty="0">
                <a:ea typeface="맑은 고딕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28E7C-3678-9F4E-3A8B-7E700C144762}"/>
              </a:ext>
            </a:extLst>
          </p:cNvPr>
          <p:cNvSpPr txBox="1"/>
          <p:nvPr/>
        </p:nvSpPr>
        <p:spPr>
          <a:xfrm>
            <a:off x="6481865" y="2348793"/>
            <a:ext cx="206092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코멘트 작성 및 편집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B1BCDE-7E37-951E-0D4D-ABA87211A719}"/>
              </a:ext>
            </a:extLst>
          </p:cNvPr>
          <p:cNvSpPr txBox="1"/>
          <p:nvPr/>
        </p:nvSpPr>
        <p:spPr>
          <a:xfrm>
            <a:off x="6464133" y="2914239"/>
            <a:ext cx="2096392" cy="26017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If ([</a:t>
            </a:r>
            <a:r>
              <a:rPr lang="en-US" altLang="ko-KR" sz="1000" dirty="0" err="1">
                <a:ea typeface="맑은 고딕"/>
              </a:rPr>
              <a:t>EventTypeId</a:t>
            </a:r>
            <a:r>
              <a:rPr lang="en-US" altLang="ko-KR" sz="1000" dirty="0">
                <a:ea typeface="맑은 고딕"/>
              </a:rPr>
              <a:t>] == commented)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return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 [issue-id][issue title] </a:t>
            </a:r>
            <a:r>
              <a:rPr lang="ko-KR" altLang="en-US" sz="1000" dirty="0">
                <a:ea typeface="맑은 고딕"/>
              </a:rPr>
              <a:t>이슈에 </a:t>
            </a:r>
            <a:r>
              <a:rPr lang="en-US" altLang="ko-KR" sz="1000" dirty="0">
                <a:ea typeface="맑은 고딕"/>
              </a:rPr>
              <a:t>[commented</a:t>
            </a:r>
            <a:r>
              <a:rPr lang="ko-KR" altLang="en-US" sz="1000" dirty="0">
                <a:ea typeface="맑은 고딕"/>
              </a:rPr>
              <a:t> </a:t>
            </a:r>
            <a:r>
              <a:rPr lang="en-US" altLang="ko-KR" sz="1000" dirty="0">
                <a:ea typeface="맑은 고딕"/>
              </a:rPr>
              <a:t>id] </a:t>
            </a:r>
            <a:r>
              <a:rPr lang="ko-KR" altLang="en-US" sz="1000" dirty="0">
                <a:ea typeface="맑은 고딕"/>
              </a:rPr>
              <a:t>이</a:t>
            </a:r>
            <a:r>
              <a:rPr lang="en-US" altLang="ko-KR" sz="1000" dirty="0">
                <a:ea typeface="맑은 고딕"/>
              </a:rPr>
              <a:t>/</a:t>
            </a:r>
            <a:r>
              <a:rPr lang="ko-KR" altLang="en-US" sz="1000" dirty="0">
                <a:ea typeface="맑은 고딕"/>
              </a:rPr>
              <a:t>가 코멘트를 남겼습니다</a:t>
            </a:r>
            <a:r>
              <a:rPr lang="en-US" altLang="ko-KR" sz="1000" dirty="0"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[</a:t>
            </a:r>
            <a:r>
              <a:rPr lang="ko-KR" altLang="en-US" sz="1000" dirty="0">
                <a:ea typeface="맑은 고딕"/>
              </a:rPr>
              <a:t>댓글 내용</a:t>
            </a:r>
            <a:r>
              <a:rPr lang="en-US" altLang="ko-KR" sz="1000" dirty="0">
                <a:ea typeface="맑은 고딕"/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이슈 확인하기</a:t>
            </a:r>
            <a:r>
              <a:rPr lang="en-US" altLang="ko-KR" sz="1000" dirty="0">
                <a:ea typeface="맑은 고딕"/>
              </a:rPr>
              <a:t>: [issue </a:t>
            </a:r>
            <a:r>
              <a:rPr lang="en-US" altLang="ko-KR" sz="1000" dirty="0" err="1">
                <a:ea typeface="맑은 고딕"/>
              </a:rPr>
              <a:t>url</a:t>
            </a:r>
            <a:r>
              <a:rPr lang="en-US" altLang="ko-KR" sz="1000" dirty="0">
                <a:ea typeface="맑은 고딕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}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369C34-C08D-A5F0-7B20-BB3BFC2694C2}"/>
              </a:ext>
            </a:extLst>
          </p:cNvPr>
          <p:cNvSpPr/>
          <p:nvPr/>
        </p:nvSpPr>
        <p:spPr>
          <a:xfrm>
            <a:off x="8910736" y="2182477"/>
            <a:ext cx="2623198" cy="4198925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3B7EC0-07A5-6CEC-5BBC-B9DA0AFE6146}"/>
              </a:ext>
            </a:extLst>
          </p:cNvPr>
          <p:cNvSpPr txBox="1"/>
          <p:nvPr/>
        </p:nvSpPr>
        <p:spPr>
          <a:xfrm>
            <a:off x="9603458" y="2348793"/>
            <a:ext cx="123775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600" b="1" dirty="0">
                <a:ea typeface="맑은 고딕"/>
              </a:rPr>
              <a:t>이슈 연결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08BF7-800A-273E-77A8-2DF36943FEA9}"/>
              </a:ext>
            </a:extLst>
          </p:cNvPr>
          <p:cNvSpPr txBox="1"/>
          <p:nvPr/>
        </p:nvSpPr>
        <p:spPr>
          <a:xfrm>
            <a:off x="9174138" y="2909835"/>
            <a:ext cx="2096392" cy="28325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If ([destination] != null)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return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  [issue-id] [issue title] </a:t>
            </a:r>
            <a:r>
              <a:rPr lang="ko-KR" altLang="en-US" sz="1000" dirty="0">
                <a:ea typeface="맑은 고딕"/>
              </a:rPr>
              <a:t>와 </a:t>
            </a:r>
            <a:r>
              <a:rPr lang="en-US" altLang="ko-KR" sz="1000" dirty="0">
                <a:ea typeface="맑은 고딕"/>
              </a:rPr>
              <a:t>[destination] [destination title]</a:t>
            </a:r>
            <a:r>
              <a:rPr lang="ko-KR" altLang="en-US" sz="1000" dirty="0">
                <a:ea typeface="맑은 고딕"/>
              </a:rPr>
              <a:t>이 연결되었습니다</a:t>
            </a:r>
            <a:r>
              <a:rPr lang="en-US" altLang="ko-KR" sz="1000" dirty="0">
                <a:ea typeface="맑은 고딕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연결된 이슈 확인하기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ea typeface="맑은 고딕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[issue </a:t>
            </a:r>
            <a:r>
              <a:rPr lang="en-US" altLang="ko-KR" sz="1000" dirty="0" err="1">
                <a:ea typeface="맑은 고딕"/>
              </a:rPr>
              <a:t>url</a:t>
            </a:r>
            <a:r>
              <a:rPr lang="en-US" altLang="ko-KR" sz="1000" dirty="0">
                <a:ea typeface="맑은 고딕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[destination </a:t>
            </a:r>
            <a:r>
              <a:rPr lang="en-US" altLang="ko-KR" sz="1000" dirty="0" err="1">
                <a:ea typeface="맑은 고딕"/>
              </a:rPr>
              <a:t>url</a:t>
            </a:r>
            <a:r>
              <a:rPr lang="en-US" altLang="ko-KR" sz="1000" dirty="0">
                <a:ea typeface="맑은 고딕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ea typeface="맑은 고딕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76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68947B-1C3C-E2FF-BBFC-A148F01EDDC1}"/>
              </a:ext>
            </a:extLst>
          </p:cNvPr>
          <p:cNvSpPr/>
          <p:nvPr/>
        </p:nvSpPr>
        <p:spPr>
          <a:xfrm>
            <a:off x="285251" y="2083086"/>
            <a:ext cx="11621498" cy="4198802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7328311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예상 효과 </a:t>
            </a:r>
            <a:r>
              <a:rPr lang="ko-KR" altLang="en-US" sz="2400" b="1" dirty="0">
                <a:ea typeface="맑은 고딕"/>
              </a:rPr>
              <a:t>| 기대 효과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3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9136-0A65-3DD6-8A8D-53541D79EB47}"/>
              </a:ext>
            </a:extLst>
          </p:cNvPr>
          <p:cNvSpPr txBox="1"/>
          <p:nvPr/>
        </p:nvSpPr>
        <p:spPr>
          <a:xfrm>
            <a:off x="57146" y="1293469"/>
            <a:ext cx="791990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ko-KR" altLang="en-US" sz="1600" dirty="0">
                <a:ea typeface="맑은 고딕"/>
              </a:rPr>
              <a:t>이슈 인지 및 대응에 걸리는 시간 대폭 감소 기대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B2575-A181-FE5F-CD8C-ABD11E52A988}"/>
              </a:ext>
            </a:extLst>
          </p:cNvPr>
          <p:cNvSpPr txBox="1"/>
          <p:nvPr/>
        </p:nvSpPr>
        <p:spPr>
          <a:xfrm>
            <a:off x="554071" y="1638616"/>
            <a:ext cx="8243454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기존에 이슈 생성 및 이슈 상태 변경에 대해 인지하는 데 평균 </a:t>
            </a:r>
            <a:r>
              <a:rPr lang="en-US" altLang="ko-KR" sz="800" dirty="0">
                <a:ea typeface="맑은 고딕"/>
              </a:rPr>
              <a:t>60</a:t>
            </a:r>
            <a:r>
              <a:rPr lang="ko-KR" altLang="en-US" sz="800" dirty="0">
                <a:ea typeface="맑은 고딕"/>
              </a:rPr>
              <a:t>분 걸렸던 것에 비해 인지하는 데 걸리는 시간을 </a:t>
            </a:r>
            <a:r>
              <a:rPr lang="en-US" altLang="ko-KR" sz="800" b="1" dirty="0">
                <a:solidFill>
                  <a:srgbClr val="FF0000"/>
                </a:solidFill>
                <a:ea typeface="맑은 고딕"/>
              </a:rPr>
              <a:t>1</a:t>
            </a:r>
            <a:r>
              <a:rPr lang="ko-KR" altLang="en-US" sz="800" b="1" dirty="0">
                <a:solidFill>
                  <a:srgbClr val="FF0000"/>
                </a:solidFill>
                <a:ea typeface="맑은 고딕"/>
              </a:rPr>
              <a:t>분 이내</a:t>
            </a:r>
            <a:r>
              <a:rPr lang="ko-KR" altLang="en-US" sz="800" dirty="0">
                <a:ea typeface="맑은 고딕"/>
              </a:rPr>
              <a:t>로 단축 기대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개발팀 내에서 각 담당자들 간 협업 유연화</a:t>
            </a:r>
            <a:endParaRPr lang="en-US" altLang="ko-KR" sz="800" dirty="0">
              <a:ea typeface="맑은 고딕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F2D3E4-4C82-876D-EF5E-E619DFAC05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44" y="3215960"/>
            <a:ext cx="1332106" cy="13321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CB7BB84-F898-6B39-C3F4-712AE243E2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528" y="3411890"/>
            <a:ext cx="1099258" cy="109925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644672B-45C3-9785-9F3F-70E5D1B3C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395" y="3319563"/>
            <a:ext cx="1339924" cy="109925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109FD9-0471-C8E0-B848-D35145EE613B}"/>
              </a:ext>
            </a:extLst>
          </p:cNvPr>
          <p:cNvSpPr txBox="1"/>
          <p:nvPr/>
        </p:nvSpPr>
        <p:spPr>
          <a:xfrm>
            <a:off x="1181907" y="4646007"/>
            <a:ext cx="4833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600" b="1" dirty="0">
                <a:ea typeface="맑은 고딕"/>
              </a:rPr>
              <a:t>QA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81083A-5A4D-C889-638D-30B9C4A211CF}"/>
              </a:ext>
            </a:extLst>
          </p:cNvPr>
          <p:cNvSpPr txBox="1"/>
          <p:nvPr/>
        </p:nvSpPr>
        <p:spPr>
          <a:xfrm>
            <a:off x="8326026" y="5079839"/>
            <a:ext cx="62657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 dirty="0">
                <a:ea typeface="맑은 고딕"/>
              </a:rPr>
              <a:t>개발</a:t>
            </a: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F02AE34D-7E6B-2DD9-80B2-41DB46DA152E}"/>
              </a:ext>
            </a:extLst>
          </p:cNvPr>
          <p:cNvSpPr/>
          <p:nvPr/>
        </p:nvSpPr>
        <p:spPr>
          <a:xfrm>
            <a:off x="2267379" y="3706438"/>
            <a:ext cx="1111548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0C4220B-59D8-BC09-B573-B590428A48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178" y="3411890"/>
            <a:ext cx="1099258" cy="109925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9B85A50-86D0-C810-1FD6-066BE68CD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641" y="3741278"/>
            <a:ext cx="629962" cy="516813"/>
          </a:xfrm>
          <a:prstGeom prst="rect">
            <a:avLst/>
          </a:prstGeom>
        </p:spPr>
      </p:pic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13F46E08-5533-3242-EC85-0ED96EE028B2}"/>
              </a:ext>
            </a:extLst>
          </p:cNvPr>
          <p:cNvSpPr/>
          <p:nvPr/>
        </p:nvSpPr>
        <p:spPr>
          <a:xfrm>
            <a:off x="6522720" y="3001995"/>
            <a:ext cx="4319452" cy="1872343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816F57E6-71D6-0DF0-2F1F-FF9F775E1892}"/>
              </a:ext>
            </a:extLst>
          </p:cNvPr>
          <p:cNvSpPr/>
          <p:nvPr/>
        </p:nvSpPr>
        <p:spPr>
          <a:xfrm>
            <a:off x="5226782" y="3706438"/>
            <a:ext cx="1111548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15505D-96DC-D1B8-02B3-C6FB2B50D04D}"/>
              </a:ext>
            </a:extLst>
          </p:cNvPr>
          <p:cNvSpPr txBox="1"/>
          <p:nvPr/>
        </p:nvSpPr>
        <p:spPr>
          <a:xfrm>
            <a:off x="2153191" y="3400235"/>
            <a:ext cx="1339923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이슈 생성 및 수정 확인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B64C97CB-FE7A-6BC0-E86E-3EC3E394D0AE}"/>
              </a:ext>
            </a:extLst>
          </p:cNvPr>
          <p:cNvSpPr/>
          <p:nvPr/>
        </p:nvSpPr>
        <p:spPr>
          <a:xfrm>
            <a:off x="7916422" y="3741278"/>
            <a:ext cx="371384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585AD188-D347-BF0D-FF36-B3F7FA42CF3C}"/>
              </a:ext>
            </a:extLst>
          </p:cNvPr>
          <p:cNvSpPr/>
          <p:nvPr/>
        </p:nvSpPr>
        <p:spPr>
          <a:xfrm>
            <a:off x="9014698" y="3735022"/>
            <a:ext cx="371384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623666-C634-CA41-DB76-2BC50C295672}"/>
              </a:ext>
            </a:extLst>
          </p:cNvPr>
          <p:cNvSpPr txBox="1"/>
          <p:nvPr/>
        </p:nvSpPr>
        <p:spPr>
          <a:xfrm>
            <a:off x="3635907" y="4640730"/>
            <a:ext cx="14230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600" b="1" dirty="0">
                <a:ea typeface="맑은 고딕"/>
              </a:rPr>
              <a:t>Jira</a:t>
            </a:r>
            <a:r>
              <a:rPr lang="ko-KR" altLang="en-US" sz="1600" b="1" dirty="0">
                <a:ea typeface="맑은 고딕"/>
              </a:rPr>
              <a:t> </a:t>
            </a:r>
            <a:r>
              <a:rPr lang="en-US" altLang="ko-KR" sz="1600" b="1" dirty="0">
                <a:ea typeface="맑은 고딕"/>
              </a:rPr>
              <a:t>Chatbot</a:t>
            </a:r>
            <a:endParaRPr lang="ko-KR" altLang="en-US" sz="1600" b="1" dirty="0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63711-5623-926F-F4CE-22D19DE6C30B}"/>
              </a:ext>
            </a:extLst>
          </p:cNvPr>
          <p:cNvSpPr txBox="1"/>
          <p:nvPr/>
        </p:nvSpPr>
        <p:spPr>
          <a:xfrm>
            <a:off x="5391233" y="3400234"/>
            <a:ext cx="7826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알림 발송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07F2A-315F-648B-7F14-76F914C31202}"/>
              </a:ext>
            </a:extLst>
          </p:cNvPr>
          <p:cNvSpPr txBox="1"/>
          <p:nvPr/>
        </p:nvSpPr>
        <p:spPr>
          <a:xfrm>
            <a:off x="7754684" y="3469478"/>
            <a:ext cx="690340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댓글 작성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73FA2-BB75-0B9B-0803-7935CDBFD70F}"/>
              </a:ext>
            </a:extLst>
          </p:cNvPr>
          <p:cNvSpPr txBox="1"/>
          <p:nvPr/>
        </p:nvSpPr>
        <p:spPr>
          <a:xfrm>
            <a:off x="8822751" y="3469478"/>
            <a:ext cx="7826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알림 발송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671CED2-5ABC-C2E1-0B42-18C2CF3811CD}"/>
              </a:ext>
            </a:extLst>
          </p:cNvPr>
          <p:cNvSpPr/>
          <p:nvPr/>
        </p:nvSpPr>
        <p:spPr>
          <a:xfrm rot="10800000">
            <a:off x="9014698" y="4061954"/>
            <a:ext cx="371384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43B9816-5BB6-3E0B-0A25-43CF5BD5E55B}"/>
              </a:ext>
            </a:extLst>
          </p:cNvPr>
          <p:cNvSpPr/>
          <p:nvPr/>
        </p:nvSpPr>
        <p:spPr>
          <a:xfrm rot="10800000">
            <a:off x="7911445" y="4061954"/>
            <a:ext cx="371384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2FD95-F351-99A6-0FFC-7F3F8F77D72D}"/>
              </a:ext>
            </a:extLst>
          </p:cNvPr>
          <p:cNvSpPr txBox="1"/>
          <p:nvPr/>
        </p:nvSpPr>
        <p:spPr>
          <a:xfrm>
            <a:off x="8868903" y="4283882"/>
            <a:ext cx="690340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댓글 작성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DE01D-50C3-C905-E879-41E3DD02F2B2}"/>
              </a:ext>
            </a:extLst>
          </p:cNvPr>
          <p:cNvSpPr txBox="1"/>
          <p:nvPr/>
        </p:nvSpPr>
        <p:spPr>
          <a:xfrm>
            <a:off x="7715974" y="4283883"/>
            <a:ext cx="7826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알림 발송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C48A9DC-0BA9-6B16-3C1F-B2E1E23BA3A8}"/>
              </a:ext>
            </a:extLst>
          </p:cNvPr>
          <p:cNvSpPr/>
          <p:nvPr/>
        </p:nvSpPr>
        <p:spPr>
          <a:xfrm rot="10800000">
            <a:off x="5227596" y="4116589"/>
            <a:ext cx="1111548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20134-A889-72AB-6822-27D042FA163A}"/>
              </a:ext>
            </a:extLst>
          </p:cNvPr>
          <p:cNvSpPr txBox="1"/>
          <p:nvPr/>
        </p:nvSpPr>
        <p:spPr>
          <a:xfrm>
            <a:off x="5109463" y="4303087"/>
            <a:ext cx="1339923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댓글</a:t>
            </a:r>
            <a:r>
              <a:rPr lang="en-US" altLang="ko-KR" sz="800" dirty="0">
                <a:ea typeface="맑은 고딕"/>
              </a:rPr>
              <a:t> </a:t>
            </a:r>
            <a:r>
              <a:rPr lang="ko-KR" altLang="en-US" sz="800" dirty="0">
                <a:ea typeface="맑은 고딕"/>
              </a:rPr>
              <a:t>및 이슈 수정 완료</a:t>
            </a:r>
            <a:endParaRPr lang="en-US" altLang="ko-KR" sz="800" dirty="0">
              <a:ea typeface="맑은 고딕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EB28EC26-A1F7-E9F0-CFE8-265BAA99DE71}"/>
              </a:ext>
            </a:extLst>
          </p:cNvPr>
          <p:cNvSpPr/>
          <p:nvPr/>
        </p:nvSpPr>
        <p:spPr>
          <a:xfrm rot="10800000">
            <a:off x="2261150" y="4116589"/>
            <a:ext cx="1111548" cy="157706"/>
          </a:xfrm>
          <a:prstGeom prst="rightArrow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80A643-49DE-34B3-D4E7-A90142D1CA5A}"/>
              </a:ext>
            </a:extLst>
          </p:cNvPr>
          <p:cNvSpPr txBox="1"/>
          <p:nvPr/>
        </p:nvSpPr>
        <p:spPr>
          <a:xfrm>
            <a:off x="2434847" y="4284247"/>
            <a:ext cx="782645" cy="253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ea typeface="맑은 고딕"/>
              </a:rPr>
              <a:t>알림 발송</a:t>
            </a:r>
            <a:endParaRPr lang="en-US" altLang="ko-KR" sz="8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6228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68947B-1C3C-E2FF-BBFC-A148F01EDDC1}"/>
              </a:ext>
            </a:extLst>
          </p:cNvPr>
          <p:cNvSpPr/>
          <p:nvPr/>
        </p:nvSpPr>
        <p:spPr>
          <a:xfrm>
            <a:off x="285251" y="1033462"/>
            <a:ext cx="11621498" cy="5248426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7328311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구현 결과 </a:t>
            </a:r>
            <a:r>
              <a:rPr lang="ko-KR" altLang="en-US" sz="2400" b="1" dirty="0">
                <a:ea typeface="맑은 고딕"/>
              </a:rPr>
              <a:t>| 구현 결과 스크린샷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4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F039FD1-F056-485C-6DF9-464E84603730}"/>
              </a:ext>
            </a:extLst>
          </p:cNvPr>
          <p:cNvGrpSpPr/>
          <p:nvPr/>
        </p:nvGrpSpPr>
        <p:grpSpPr>
          <a:xfrm>
            <a:off x="659062" y="1191106"/>
            <a:ext cx="4600915" cy="2466568"/>
            <a:chOff x="885714" y="1450168"/>
            <a:chExt cx="6089852" cy="4187545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F5BAFE8-4E0C-1079-D71B-8D82FA55A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714" y="1450168"/>
              <a:ext cx="6089852" cy="418754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59B1BBD-A76B-ED5A-3983-EC286EB56A2A}"/>
                </a:ext>
              </a:extLst>
            </p:cNvPr>
            <p:cNvSpPr/>
            <p:nvPr/>
          </p:nvSpPr>
          <p:spPr>
            <a:xfrm>
              <a:off x="2055223" y="2699657"/>
              <a:ext cx="1950720" cy="2873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1" name="그림 40">
            <a:extLst>
              <a:ext uri="{FF2B5EF4-FFF2-40B4-BE49-F238E27FC236}">
                <a16:creationId xmlns:a16="http://schemas.microsoft.com/office/drawing/2014/main" id="{A09A2511-39F3-2EC0-47DE-C0ED38A68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905" y="1202989"/>
            <a:ext cx="4600915" cy="246656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9F6BC200-4B59-6539-1237-1B0DEE76C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62" y="3839083"/>
            <a:ext cx="4600915" cy="236141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4A0A9C1-55FB-6701-D948-C13B67391A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905" y="3839083"/>
            <a:ext cx="4600915" cy="236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54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68947B-1C3C-E2FF-BBFC-A148F01EDDC1}"/>
              </a:ext>
            </a:extLst>
          </p:cNvPr>
          <p:cNvSpPr/>
          <p:nvPr/>
        </p:nvSpPr>
        <p:spPr>
          <a:xfrm>
            <a:off x="285251" y="2342606"/>
            <a:ext cx="11621498" cy="3939281"/>
          </a:xfrm>
          <a:prstGeom prst="rect">
            <a:avLst/>
          </a:prstGeom>
          <a:solidFill>
            <a:srgbClr val="3565F2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0084524-CC88-D85E-32D8-6B06B0BA79D5}"/>
              </a:ext>
            </a:extLst>
          </p:cNvPr>
          <p:cNvSpPr txBox="1">
            <a:spLocks/>
          </p:cNvSpPr>
          <p:nvPr/>
        </p:nvSpPr>
        <p:spPr>
          <a:xfrm>
            <a:off x="770660" y="377681"/>
            <a:ext cx="7328311" cy="65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ea typeface="맑은 고딕"/>
              </a:rPr>
              <a:t>구현 결과 </a:t>
            </a:r>
            <a:r>
              <a:rPr lang="ko-KR" altLang="en-US" sz="2400" b="1" dirty="0">
                <a:ea typeface="맑은 고딕"/>
              </a:rPr>
              <a:t>| 보완할 점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D760A5-771A-9EC6-F300-2A18AF3EAD3B}"/>
              </a:ext>
            </a:extLst>
          </p:cNvPr>
          <p:cNvSpPr txBox="1">
            <a:spLocks/>
          </p:cNvSpPr>
          <p:nvPr/>
        </p:nvSpPr>
        <p:spPr>
          <a:xfrm>
            <a:off x="-8658" y="360362"/>
            <a:ext cx="779321" cy="673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ea typeface="맑은 고딕"/>
              </a:rPr>
              <a:t>0</a:t>
            </a:r>
            <a:r>
              <a:rPr lang="en-US" altLang="ko-KR" sz="3200" b="1" dirty="0">
                <a:ea typeface="맑은 고딕"/>
              </a:rPr>
              <a:t>4</a:t>
            </a:r>
            <a:endParaRPr lang="ko-KR" altLang="en-US" sz="3200" b="1" dirty="0"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31C4C6-D2BE-616F-F151-69714E448398}"/>
              </a:ext>
            </a:extLst>
          </p:cNvPr>
          <p:cNvSpPr/>
          <p:nvPr/>
        </p:nvSpPr>
        <p:spPr>
          <a:xfrm>
            <a:off x="1731" y="1731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4C17D7-895D-CF55-39AD-BE38C2389587}"/>
              </a:ext>
            </a:extLst>
          </p:cNvPr>
          <p:cNvSpPr/>
          <p:nvPr/>
        </p:nvSpPr>
        <p:spPr>
          <a:xfrm>
            <a:off x="1730" y="6487389"/>
            <a:ext cx="12191998" cy="372340"/>
          </a:xfrm>
          <a:prstGeom prst="rect">
            <a:avLst/>
          </a:prstGeom>
          <a:solidFill>
            <a:srgbClr val="1B3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A97710-FB1A-B69B-60F0-2A120203F801}"/>
              </a:ext>
            </a:extLst>
          </p:cNvPr>
          <p:cNvSpPr txBox="1"/>
          <p:nvPr/>
        </p:nvSpPr>
        <p:spPr>
          <a:xfrm>
            <a:off x="57146" y="1293469"/>
            <a:ext cx="100012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altLang="ko-KR" sz="1600" dirty="0">
                <a:ea typeface="맑은 고딕"/>
              </a:rPr>
              <a:t>Jira </a:t>
            </a:r>
            <a:r>
              <a:rPr lang="ko-KR" altLang="en-US" sz="1600" dirty="0">
                <a:ea typeface="맑은 고딕"/>
              </a:rPr>
              <a:t>내에서 </a:t>
            </a:r>
            <a:r>
              <a:rPr lang="en-US" altLang="ko-KR" sz="1600" dirty="0">
                <a:ea typeface="맑은 고딕"/>
              </a:rPr>
              <a:t>Automation </a:t>
            </a:r>
            <a:r>
              <a:rPr lang="ko-KR" altLang="en-US" sz="1600" dirty="0">
                <a:ea typeface="맑은 고딕"/>
              </a:rPr>
              <a:t>설정을 했을 때 담당자 명이 </a:t>
            </a:r>
            <a:r>
              <a:rPr lang="ko-KR" altLang="en-US" sz="1600" dirty="0" err="1">
                <a:ea typeface="맑은 고딕"/>
              </a:rPr>
              <a:t>탬플릿에</a:t>
            </a:r>
            <a:r>
              <a:rPr lang="ko-KR" altLang="en-US" sz="1600" dirty="0">
                <a:ea typeface="맑은 고딕"/>
              </a:rPr>
              <a:t> 입력되지 않은 상태로 생성되는 점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EEA2C5-764B-69AB-C1BB-9871C2427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60" y="2942278"/>
            <a:ext cx="10326541" cy="2724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9B9360-B78B-732C-CB1A-71FEE5643BC1}"/>
              </a:ext>
            </a:extLst>
          </p:cNvPr>
          <p:cNvSpPr txBox="1"/>
          <p:nvPr/>
        </p:nvSpPr>
        <p:spPr>
          <a:xfrm>
            <a:off x="554070" y="1638616"/>
            <a:ext cx="9208239" cy="437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dirty="0">
                <a:ea typeface="맑은 고딕"/>
              </a:rPr>
              <a:t>해당 현상이 </a:t>
            </a:r>
            <a:r>
              <a:rPr lang="en-US" altLang="ko-KR" sz="800" dirty="0">
                <a:ea typeface="맑은 고딕"/>
              </a:rPr>
              <a:t>.Jira </a:t>
            </a:r>
            <a:r>
              <a:rPr lang="ko-KR" altLang="en-US" sz="800" dirty="0">
                <a:ea typeface="맑은 고딕"/>
              </a:rPr>
              <a:t>내에서 </a:t>
            </a:r>
            <a:r>
              <a:rPr lang="en-US" altLang="ko-KR" sz="800" dirty="0">
                <a:ea typeface="맑은 고딕"/>
              </a:rPr>
              <a:t>Automation</a:t>
            </a:r>
            <a:r>
              <a:rPr lang="ko-KR" altLang="en-US" sz="800" dirty="0">
                <a:ea typeface="맑은 고딕"/>
              </a:rPr>
              <a:t>으로 담당자 설정을 할 때 담당자를 </a:t>
            </a:r>
            <a:r>
              <a:rPr lang="en-US" altLang="ko-KR" sz="800" dirty="0">
                <a:ea typeface="맑은 고딕"/>
              </a:rPr>
              <a:t>null</a:t>
            </a:r>
            <a:r>
              <a:rPr lang="ko-KR" altLang="en-US" sz="800" dirty="0">
                <a:ea typeface="맑은 고딕"/>
              </a:rPr>
              <a:t>로 인식해서 발생하는 부분인지</a:t>
            </a:r>
            <a:r>
              <a:rPr lang="en-US" altLang="ko-KR" sz="800" dirty="0">
                <a:ea typeface="맑은 고딕"/>
              </a:rPr>
              <a:t>, Automation</a:t>
            </a:r>
            <a:r>
              <a:rPr lang="ko-KR" altLang="en-US" sz="800" dirty="0">
                <a:ea typeface="맑은 고딕"/>
              </a:rPr>
              <a:t>으로 담당자 설정 시 </a:t>
            </a:r>
            <a:r>
              <a:rPr lang="en-US" altLang="ko-KR" sz="800" dirty="0" err="1">
                <a:ea typeface="맑은 고딕"/>
              </a:rPr>
              <a:t>jira</a:t>
            </a:r>
            <a:r>
              <a:rPr lang="ko-KR" altLang="en-US" sz="800" dirty="0">
                <a:ea typeface="맑은 고딕"/>
              </a:rPr>
              <a:t>에서 딜레이 발생으로 인한 현상인지 확인 필요</a:t>
            </a:r>
            <a:endParaRPr lang="en-US" altLang="ko-KR" sz="800" dirty="0">
              <a:ea typeface="맑은 고딕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800" b="1" dirty="0">
                <a:ea typeface="맑은 고딕"/>
              </a:rPr>
              <a:t>추후 고도화 진행 시 이슈 생성 이벤트 발생 시 약 </a:t>
            </a:r>
            <a:r>
              <a:rPr lang="en-US" altLang="ko-KR" sz="800" b="1" dirty="0">
                <a:ea typeface="맑은 고딕"/>
              </a:rPr>
              <a:t>5</a:t>
            </a:r>
            <a:r>
              <a:rPr lang="ko-KR" altLang="en-US" sz="800" b="1" dirty="0">
                <a:ea typeface="맑은 고딕"/>
              </a:rPr>
              <a:t>초의 딜레이를 부여하거나</a:t>
            </a:r>
            <a:r>
              <a:rPr lang="en-US" altLang="ko-KR" sz="800" b="1" dirty="0">
                <a:ea typeface="맑은 고딕"/>
              </a:rPr>
              <a:t>, Automation</a:t>
            </a:r>
            <a:r>
              <a:rPr lang="ko-KR" altLang="en-US" sz="800" b="1" dirty="0">
                <a:ea typeface="맑은 고딕"/>
              </a:rPr>
              <a:t>으로 담당자 지정 시 예외 처리 절차 도입 예정</a:t>
            </a:r>
            <a:endParaRPr lang="en-US" altLang="ko-KR" sz="8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959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1015</Words>
  <Application>Microsoft Office PowerPoint</Application>
  <PresentationFormat>와이드스크린</PresentationFormat>
  <Paragraphs>207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Synology chat 용 Jira chatbot 기획안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기일 권</cp:lastModifiedBy>
  <cp:revision>846</cp:revision>
  <dcterms:created xsi:type="dcterms:W3CDTF">2022-11-04T05:45:32Z</dcterms:created>
  <dcterms:modified xsi:type="dcterms:W3CDTF">2024-01-02T03:40:43Z</dcterms:modified>
</cp:coreProperties>
</file>