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67" r:id="rId3"/>
    <p:sldId id="277" r:id="rId4"/>
    <p:sldId id="266" r:id="rId5"/>
    <p:sldId id="258" r:id="rId6"/>
    <p:sldId id="259" r:id="rId7"/>
    <p:sldId id="256" r:id="rId8"/>
    <p:sldId id="262" r:id="rId9"/>
    <p:sldId id="263" r:id="rId10"/>
    <p:sldId id="264" r:id="rId11"/>
    <p:sldId id="265" r:id="rId12"/>
    <p:sldId id="261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  <p:sldId id="276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권 기일" userId="2ef98fef2c7306f1" providerId="LiveId" clId="{2865EC2C-EAF0-40F7-A7E2-4ED86B479988}"/>
    <pc:docChg chg="undo custSel addSld delSld modSld">
      <pc:chgData name="권 기일" userId="2ef98fef2c7306f1" providerId="LiveId" clId="{2865EC2C-EAF0-40F7-A7E2-4ED86B479988}" dt="2023-03-20T04:51:36.826" v="9020" actId="2165"/>
      <pc:docMkLst>
        <pc:docMk/>
      </pc:docMkLst>
      <pc:sldChg chg="addSp delSp modSp mod">
        <pc:chgData name="권 기일" userId="2ef98fef2c7306f1" providerId="LiveId" clId="{2865EC2C-EAF0-40F7-A7E2-4ED86B479988}" dt="2023-03-20T04:49:11.299" v="9004"/>
        <pc:sldMkLst>
          <pc:docMk/>
          <pc:sldMk cId="811241864" sldId="256"/>
        </pc:sldMkLst>
        <pc:spChg chg="mod">
          <ac:chgData name="권 기일" userId="2ef98fef2c7306f1" providerId="LiveId" clId="{2865EC2C-EAF0-40F7-A7E2-4ED86B479988}" dt="2023-03-17T09:05:45.556" v="3950" actId="20577"/>
          <ac:spMkLst>
            <pc:docMk/>
            <pc:sldMk cId="811241864" sldId="256"/>
            <ac:spMk id="2" creationId="{1947B415-DD4E-4616-8F55-00B20434FD03}"/>
          </ac:spMkLst>
        </pc:spChg>
        <pc:spChg chg="add mod">
          <ac:chgData name="권 기일" userId="2ef98fef2c7306f1" providerId="LiveId" clId="{2865EC2C-EAF0-40F7-A7E2-4ED86B479988}" dt="2023-03-20T04:49:04.239" v="9003"/>
          <ac:spMkLst>
            <pc:docMk/>
            <pc:sldMk cId="811241864" sldId="256"/>
            <ac:spMk id="3" creationId="{EA20327A-AEE4-63D7-026F-C411CAA1BBD4}"/>
          </ac:spMkLst>
        </pc:spChg>
        <pc:spChg chg="add mod">
          <ac:chgData name="권 기일" userId="2ef98fef2c7306f1" providerId="LiveId" clId="{2865EC2C-EAF0-40F7-A7E2-4ED86B479988}" dt="2023-03-20T04:49:11.299" v="9004"/>
          <ac:spMkLst>
            <pc:docMk/>
            <pc:sldMk cId="811241864" sldId="256"/>
            <ac:spMk id="5" creationId="{FB5FCB09-8A4B-B397-24EE-3C522DE6D6FB}"/>
          </ac:spMkLst>
        </pc:spChg>
        <pc:spChg chg="del">
          <ac:chgData name="권 기일" userId="2ef98fef2c7306f1" providerId="LiveId" clId="{2865EC2C-EAF0-40F7-A7E2-4ED86B479988}" dt="2023-03-17T08:21:27.456" v="1740" actId="478"/>
          <ac:spMkLst>
            <pc:docMk/>
            <pc:sldMk cId="811241864" sldId="256"/>
            <ac:spMk id="8" creationId="{534AAB46-F696-4397-B5E8-82C97654A435}"/>
          </ac:spMkLst>
        </pc:spChg>
        <pc:spChg chg="del">
          <ac:chgData name="권 기일" userId="2ef98fef2c7306f1" providerId="LiveId" clId="{2865EC2C-EAF0-40F7-A7E2-4ED86B479988}" dt="2023-03-17T08:21:27.456" v="1740" actId="478"/>
          <ac:spMkLst>
            <pc:docMk/>
            <pc:sldMk cId="811241864" sldId="256"/>
            <ac:spMk id="9" creationId="{6E03E2EF-0956-40FB-8D85-552EDCBC5A5F}"/>
          </ac:spMkLst>
        </pc:spChg>
        <pc:spChg chg="del">
          <ac:chgData name="권 기일" userId="2ef98fef2c7306f1" providerId="LiveId" clId="{2865EC2C-EAF0-40F7-A7E2-4ED86B479988}" dt="2023-03-17T08:21:27.456" v="1740" actId="478"/>
          <ac:spMkLst>
            <pc:docMk/>
            <pc:sldMk cId="811241864" sldId="256"/>
            <ac:spMk id="10" creationId="{2C5B0F57-4693-4CAB-A4D7-EAFD3BA128A6}"/>
          </ac:spMkLst>
        </pc:spChg>
        <pc:spChg chg="add mod">
          <ac:chgData name="권 기일" userId="2ef98fef2c7306f1" providerId="LiveId" clId="{2865EC2C-EAF0-40F7-A7E2-4ED86B479988}" dt="2023-03-17T08:24:10.974" v="1795" actId="14100"/>
          <ac:spMkLst>
            <pc:docMk/>
            <pc:sldMk cId="811241864" sldId="256"/>
            <ac:spMk id="13" creationId="{4728535D-7F5E-F4B4-2BEF-68DCE10714DE}"/>
          </ac:spMkLst>
        </pc:spChg>
        <pc:spChg chg="add mod">
          <ac:chgData name="권 기일" userId="2ef98fef2c7306f1" providerId="LiveId" clId="{2865EC2C-EAF0-40F7-A7E2-4ED86B479988}" dt="2023-03-17T08:34:21.875" v="2592" actId="1076"/>
          <ac:spMkLst>
            <pc:docMk/>
            <pc:sldMk cId="811241864" sldId="256"/>
            <ac:spMk id="14" creationId="{0508622E-0445-08C4-7C05-FF39548AA989}"/>
          </ac:spMkLst>
        </pc:spChg>
        <pc:spChg chg="add mod">
          <ac:chgData name="권 기일" userId="2ef98fef2c7306f1" providerId="LiveId" clId="{2865EC2C-EAF0-40F7-A7E2-4ED86B479988}" dt="2023-03-17T08:25:03.062" v="1889" actId="14100"/>
          <ac:spMkLst>
            <pc:docMk/>
            <pc:sldMk cId="811241864" sldId="256"/>
            <ac:spMk id="15" creationId="{644865FA-7FAD-DBC6-4312-B0EF8AA6C3C8}"/>
          </ac:spMkLst>
        </pc:spChg>
        <pc:spChg chg="add del mod">
          <ac:chgData name="권 기일" userId="2ef98fef2c7306f1" providerId="LiveId" clId="{2865EC2C-EAF0-40F7-A7E2-4ED86B479988}" dt="2023-03-17T08:25:09.262" v="1891" actId="478"/>
          <ac:spMkLst>
            <pc:docMk/>
            <pc:sldMk cId="811241864" sldId="256"/>
            <ac:spMk id="16" creationId="{325B6F39-6B89-FD0C-34C0-742DA9AD9AB5}"/>
          </ac:spMkLst>
        </pc:spChg>
        <pc:spChg chg="add del mod">
          <ac:chgData name="권 기일" userId="2ef98fef2c7306f1" providerId="LiveId" clId="{2865EC2C-EAF0-40F7-A7E2-4ED86B479988}" dt="2023-03-17T08:25:14.229" v="1893" actId="478"/>
          <ac:spMkLst>
            <pc:docMk/>
            <pc:sldMk cId="811241864" sldId="256"/>
            <ac:spMk id="17" creationId="{63EAC987-4F22-EBAB-D423-5AD43FD5F25C}"/>
          </ac:spMkLst>
        </pc:spChg>
        <pc:spChg chg="add mod">
          <ac:chgData name="권 기일" userId="2ef98fef2c7306f1" providerId="LiveId" clId="{2865EC2C-EAF0-40F7-A7E2-4ED86B479988}" dt="2023-03-17T08:25:28.883" v="1896" actId="1076"/>
          <ac:spMkLst>
            <pc:docMk/>
            <pc:sldMk cId="811241864" sldId="256"/>
            <ac:spMk id="18" creationId="{022D275F-A7B7-0AE2-9374-DD531C640BF0}"/>
          </ac:spMkLst>
        </pc:spChg>
        <pc:spChg chg="add mod">
          <ac:chgData name="권 기일" userId="2ef98fef2c7306f1" providerId="LiveId" clId="{2865EC2C-EAF0-40F7-A7E2-4ED86B479988}" dt="2023-03-17T08:26:26.279" v="1962" actId="14100"/>
          <ac:spMkLst>
            <pc:docMk/>
            <pc:sldMk cId="811241864" sldId="256"/>
            <ac:spMk id="19" creationId="{2BC58554-3312-48F0-011B-1391EA579D22}"/>
          </ac:spMkLst>
        </pc:spChg>
        <pc:spChg chg="add mod">
          <ac:chgData name="권 기일" userId="2ef98fef2c7306f1" providerId="LiveId" clId="{2865EC2C-EAF0-40F7-A7E2-4ED86B479988}" dt="2023-03-17T08:34:27.498" v="2593" actId="1076"/>
          <ac:spMkLst>
            <pc:docMk/>
            <pc:sldMk cId="811241864" sldId="256"/>
            <ac:spMk id="20" creationId="{48412711-0689-ECA7-2641-42DF47B1F955}"/>
          </ac:spMkLst>
        </pc:spChg>
        <pc:spChg chg="add mod">
          <ac:chgData name="권 기일" userId="2ef98fef2c7306f1" providerId="LiveId" clId="{2865EC2C-EAF0-40F7-A7E2-4ED86B479988}" dt="2023-03-17T08:32:58.033" v="2556" actId="14100"/>
          <ac:spMkLst>
            <pc:docMk/>
            <pc:sldMk cId="811241864" sldId="256"/>
            <ac:spMk id="21" creationId="{00A34F13-815E-8484-050C-D378631E3DEC}"/>
          </ac:spMkLst>
        </pc:spChg>
        <pc:spChg chg="add mod">
          <ac:chgData name="권 기일" userId="2ef98fef2c7306f1" providerId="LiveId" clId="{2865EC2C-EAF0-40F7-A7E2-4ED86B479988}" dt="2023-03-17T08:34:32.653" v="2594" actId="1076"/>
          <ac:spMkLst>
            <pc:docMk/>
            <pc:sldMk cId="811241864" sldId="256"/>
            <ac:spMk id="22" creationId="{47B8CE1E-D154-6F60-3D7F-CA06742D9310}"/>
          </ac:spMkLst>
        </pc:spChg>
        <pc:spChg chg="add del mod">
          <ac:chgData name="권 기일" userId="2ef98fef2c7306f1" providerId="LiveId" clId="{2865EC2C-EAF0-40F7-A7E2-4ED86B479988}" dt="2023-03-17T08:33:02.660" v="2557" actId="478"/>
          <ac:spMkLst>
            <pc:docMk/>
            <pc:sldMk cId="811241864" sldId="256"/>
            <ac:spMk id="23" creationId="{C384971E-6937-A825-E0F8-0346FD0AF15F}"/>
          </ac:spMkLst>
        </pc:spChg>
        <pc:spChg chg="add mod">
          <ac:chgData name="권 기일" userId="2ef98fef2c7306f1" providerId="LiveId" clId="{2865EC2C-EAF0-40F7-A7E2-4ED86B479988}" dt="2023-03-17T08:33:17.059" v="2588" actId="1038"/>
          <ac:spMkLst>
            <pc:docMk/>
            <pc:sldMk cId="811241864" sldId="256"/>
            <ac:spMk id="24" creationId="{9105AB14-B054-CCA8-8B29-FAA4559CB6E9}"/>
          </ac:spMkLst>
        </pc:spChg>
        <pc:spChg chg="add mod">
          <ac:chgData name="권 기일" userId="2ef98fef2c7306f1" providerId="LiveId" clId="{2865EC2C-EAF0-40F7-A7E2-4ED86B479988}" dt="2023-03-17T08:34:40.827" v="2595" actId="1076"/>
          <ac:spMkLst>
            <pc:docMk/>
            <pc:sldMk cId="811241864" sldId="256"/>
            <ac:spMk id="25" creationId="{0112EE00-9E89-1421-40AF-F252C22965A6}"/>
          </ac:spMkLst>
        </pc:spChg>
        <pc:spChg chg="add mod">
          <ac:chgData name="권 기일" userId="2ef98fef2c7306f1" providerId="LiveId" clId="{2865EC2C-EAF0-40F7-A7E2-4ED86B479988}" dt="2023-03-17T08:36:23.183" v="2603" actId="14100"/>
          <ac:spMkLst>
            <pc:docMk/>
            <pc:sldMk cId="811241864" sldId="256"/>
            <ac:spMk id="26" creationId="{FA1FCF47-7236-5CDC-C3B4-53F42704BA78}"/>
          </ac:spMkLst>
        </pc:spChg>
        <pc:spChg chg="add del mod">
          <ac:chgData name="권 기일" userId="2ef98fef2c7306f1" providerId="LiveId" clId="{2865EC2C-EAF0-40F7-A7E2-4ED86B479988}" dt="2023-03-17T08:36:28.673" v="2605" actId="478"/>
          <ac:spMkLst>
            <pc:docMk/>
            <pc:sldMk cId="811241864" sldId="256"/>
            <ac:spMk id="27" creationId="{F511963D-ADAA-E8D8-03F7-FA72A2A3F0E4}"/>
          </ac:spMkLst>
        </pc:spChg>
        <pc:spChg chg="add mod">
          <ac:chgData name="권 기일" userId="2ef98fef2c7306f1" providerId="LiveId" clId="{2865EC2C-EAF0-40F7-A7E2-4ED86B479988}" dt="2023-03-17T08:36:46.027" v="2608" actId="20577"/>
          <ac:spMkLst>
            <pc:docMk/>
            <pc:sldMk cId="811241864" sldId="256"/>
            <ac:spMk id="28" creationId="{9A7A5562-06A2-2C2F-FF71-DC165B17F433}"/>
          </ac:spMkLst>
        </pc:spChg>
        <pc:spChg chg="add mod">
          <ac:chgData name="권 기일" userId="2ef98fef2c7306f1" providerId="LiveId" clId="{2865EC2C-EAF0-40F7-A7E2-4ED86B479988}" dt="2023-03-17T08:36:53.837" v="2610" actId="1076"/>
          <ac:spMkLst>
            <pc:docMk/>
            <pc:sldMk cId="811241864" sldId="256"/>
            <ac:spMk id="29" creationId="{0801BB20-A413-152B-7DA0-548196546BBB}"/>
          </ac:spMkLst>
        </pc:spChg>
        <pc:spChg chg="add mod">
          <ac:chgData name="권 기일" userId="2ef98fef2c7306f1" providerId="LiveId" clId="{2865EC2C-EAF0-40F7-A7E2-4ED86B479988}" dt="2023-03-17T08:36:59.664" v="2613" actId="20577"/>
          <ac:spMkLst>
            <pc:docMk/>
            <pc:sldMk cId="811241864" sldId="256"/>
            <ac:spMk id="30" creationId="{9117AFE2-08D1-9EE2-3DB1-78E48544AE98}"/>
          </ac:spMkLst>
        </pc:spChg>
        <pc:graphicFrameChg chg="mod modGraphic">
          <ac:chgData name="권 기일" userId="2ef98fef2c7306f1" providerId="LiveId" clId="{2865EC2C-EAF0-40F7-A7E2-4ED86B479988}" dt="2023-03-17T08:38:32.313" v="2950" actId="20577"/>
          <ac:graphicFrameMkLst>
            <pc:docMk/>
            <pc:sldMk cId="811241864" sldId="256"/>
            <ac:graphicFrameMk id="4" creationId="{6E32B779-4D6E-436C-BD33-2E6535904C3A}"/>
          </ac:graphicFrameMkLst>
        </pc:graphicFrameChg>
        <pc:picChg chg="add del mod">
          <ac:chgData name="권 기일" userId="2ef98fef2c7306f1" providerId="LiveId" clId="{2865EC2C-EAF0-40F7-A7E2-4ED86B479988}" dt="2023-03-17T08:22:27.315" v="1744" actId="478"/>
          <ac:picMkLst>
            <pc:docMk/>
            <pc:sldMk cId="811241864" sldId="256"/>
            <ac:picMk id="5" creationId="{0800DF35-EAA2-DFF3-8D85-4FB4D1261D34}"/>
          </ac:picMkLst>
        </pc:picChg>
        <pc:picChg chg="del">
          <ac:chgData name="권 기일" userId="2ef98fef2c7306f1" providerId="LiveId" clId="{2865EC2C-EAF0-40F7-A7E2-4ED86B479988}" dt="2023-03-17T08:21:25.926" v="1739" actId="478"/>
          <ac:picMkLst>
            <pc:docMk/>
            <pc:sldMk cId="811241864" sldId="256"/>
            <ac:picMk id="7" creationId="{23BBCF9E-E15A-481F-8F87-46444BE46435}"/>
          </ac:picMkLst>
        </pc:picChg>
        <pc:picChg chg="add del mod">
          <ac:chgData name="권 기일" userId="2ef98fef2c7306f1" providerId="LiveId" clId="{2865EC2C-EAF0-40F7-A7E2-4ED86B479988}" dt="2023-03-17T08:22:47.714" v="1749" actId="21"/>
          <ac:picMkLst>
            <pc:docMk/>
            <pc:sldMk cId="811241864" sldId="256"/>
            <ac:picMk id="11" creationId="{70E0B255-BFF8-F8B2-0234-E22868D34627}"/>
          </ac:picMkLst>
        </pc:picChg>
        <pc:picChg chg="add mod">
          <ac:chgData name="권 기일" userId="2ef98fef2c7306f1" providerId="LiveId" clId="{2865EC2C-EAF0-40F7-A7E2-4ED86B479988}" dt="2023-03-17T08:32:42.595" v="2552" actId="1076"/>
          <ac:picMkLst>
            <pc:docMk/>
            <pc:sldMk cId="811241864" sldId="256"/>
            <ac:picMk id="12" creationId="{1B932018-1B72-54EF-6FFA-EF36A3245EF2}"/>
          </ac:picMkLst>
        </pc:picChg>
        <pc:picChg chg="add del mod">
          <ac:chgData name="권 기일" userId="2ef98fef2c7306f1" providerId="LiveId" clId="{2865EC2C-EAF0-40F7-A7E2-4ED86B479988}" dt="2023-03-17T08:46:48.548" v="2967" actId="21"/>
          <ac:picMkLst>
            <pc:docMk/>
            <pc:sldMk cId="811241864" sldId="256"/>
            <ac:picMk id="31" creationId="{72A8497C-B6D0-F3C3-C434-58C04FE63356}"/>
          </ac:picMkLst>
        </pc:picChg>
      </pc:sldChg>
      <pc:sldChg chg="addSp modSp mod">
        <pc:chgData name="권 기일" userId="2ef98fef2c7306f1" providerId="LiveId" clId="{2865EC2C-EAF0-40F7-A7E2-4ED86B479988}" dt="2023-03-20T04:48:38.363" v="8994" actId="20577"/>
        <pc:sldMkLst>
          <pc:docMk/>
          <pc:sldMk cId="1641384822" sldId="257"/>
        </pc:sldMkLst>
        <pc:spChg chg="mod">
          <ac:chgData name="권 기일" userId="2ef98fef2c7306f1" providerId="LiveId" clId="{2865EC2C-EAF0-40F7-A7E2-4ED86B479988}" dt="2023-03-17T07:49:52.653" v="46" actId="14100"/>
          <ac:spMkLst>
            <pc:docMk/>
            <pc:sldMk cId="1641384822" sldId="257"/>
            <ac:spMk id="2" creationId="{73393581-B328-43A8-8DD2-2C7194D5F3D3}"/>
          </ac:spMkLst>
        </pc:spChg>
        <pc:spChg chg="add mod">
          <ac:chgData name="권 기일" userId="2ef98fef2c7306f1" providerId="LiveId" clId="{2865EC2C-EAF0-40F7-A7E2-4ED86B479988}" dt="2023-03-17T08:02:05.497" v="718" actId="6549"/>
          <ac:spMkLst>
            <pc:docMk/>
            <pc:sldMk cId="1641384822" sldId="257"/>
            <ac:spMk id="3" creationId="{C1AA4555-6058-832B-4523-5BD77DCE696C}"/>
          </ac:spMkLst>
        </pc:spChg>
        <pc:spChg chg="add mod">
          <ac:chgData name="권 기일" userId="2ef98fef2c7306f1" providerId="LiveId" clId="{2865EC2C-EAF0-40F7-A7E2-4ED86B479988}" dt="2023-03-20T04:48:38.363" v="8994" actId="20577"/>
          <ac:spMkLst>
            <pc:docMk/>
            <pc:sldMk cId="1641384822" sldId="257"/>
            <ac:spMk id="4" creationId="{3865E302-F216-1389-9FC5-E01EF333715C}"/>
          </ac:spMkLst>
        </pc:spChg>
        <pc:spChg chg="add mod">
          <ac:chgData name="권 기일" userId="2ef98fef2c7306f1" providerId="LiveId" clId="{2865EC2C-EAF0-40F7-A7E2-4ED86B479988}" dt="2023-03-17T07:51:04.824" v="85" actId="1076"/>
          <ac:spMkLst>
            <pc:docMk/>
            <pc:sldMk cId="1641384822" sldId="257"/>
            <ac:spMk id="5" creationId="{B340496C-0A7E-A9A1-6686-B989AD31BB91}"/>
          </ac:spMkLst>
        </pc:spChg>
      </pc:sldChg>
      <pc:sldChg chg="addSp delSp modSp mod">
        <pc:chgData name="권 기일" userId="2ef98fef2c7306f1" providerId="LiveId" clId="{2865EC2C-EAF0-40F7-A7E2-4ED86B479988}" dt="2023-03-20T04:48:55.978" v="9000"/>
        <pc:sldMkLst>
          <pc:docMk/>
          <pc:sldMk cId="813483317" sldId="258"/>
        </pc:sldMkLst>
        <pc:spChg chg="mod">
          <ac:chgData name="권 기일" userId="2ef98fef2c7306f1" providerId="LiveId" clId="{2865EC2C-EAF0-40F7-A7E2-4ED86B479988}" dt="2023-03-17T08:06:07.894" v="905"/>
          <ac:spMkLst>
            <pc:docMk/>
            <pc:sldMk cId="813483317" sldId="258"/>
            <ac:spMk id="2" creationId="{1947B415-DD4E-4616-8F55-00B20434FD03}"/>
          </ac:spMkLst>
        </pc:spChg>
        <pc:spChg chg="add mod">
          <ac:chgData name="권 기일" userId="2ef98fef2c7306f1" providerId="LiveId" clId="{2865EC2C-EAF0-40F7-A7E2-4ED86B479988}" dt="2023-03-20T04:48:55.978" v="9000"/>
          <ac:spMkLst>
            <pc:docMk/>
            <pc:sldMk cId="813483317" sldId="258"/>
            <ac:spMk id="3" creationId="{35AC8101-D0CA-92C4-496B-326CF6F5E32F}"/>
          </ac:spMkLst>
        </pc:spChg>
        <pc:spChg chg="del">
          <ac:chgData name="권 기일" userId="2ef98fef2c7306f1" providerId="LiveId" clId="{2865EC2C-EAF0-40F7-A7E2-4ED86B479988}" dt="2023-03-17T08:03:31.432" v="777" actId="478"/>
          <ac:spMkLst>
            <pc:docMk/>
            <pc:sldMk cId="813483317" sldId="258"/>
            <ac:spMk id="3" creationId="{7BB1A71F-D41B-420D-8F4E-F0D78FD7A7EF}"/>
          </ac:spMkLst>
        </pc:spChg>
        <pc:spChg chg="del mod">
          <ac:chgData name="권 기일" userId="2ef98fef2c7306f1" providerId="LiveId" clId="{2865EC2C-EAF0-40F7-A7E2-4ED86B479988}" dt="2023-03-17T08:03:51.535" v="778" actId="478"/>
          <ac:spMkLst>
            <pc:docMk/>
            <pc:sldMk cId="813483317" sldId="258"/>
            <ac:spMk id="6" creationId="{9353DEC7-2527-4108-BD59-BD17FBC86B53}"/>
          </ac:spMkLst>
        </pc:spChg>
        <pc:spChg chg="del">
          <ac:chgData name="권 기일" userId="2ef98fef2c7306f1" providerId="LiveId" clId="{2865EC2C-EAF0-40F7-A7E2-4ED86B479988}" dt="2023-03-17T08:03:28.386" v="774" actId="478"/>
          <ac:spMkLst>
            <pc:docMk/>
            <pc:sldMk cId="813483317" sldId="258"/>
            <ac:spMk id="8" creationId="{CB65CAB6-E536-48BC-8857-C827FDC38CDF}"/>
          </ac:spMkLst>
        </pc:spChg>
        <pc:spChg chg="del">
          <ac:chgData name="권 기일" userId="2ef98fef2c7306f1" providerId="LiveId" clId="{2865EC2C-EAF0-40F7-A7E2-4ED86B479988}" dt="2023-03-17T08:03:30.604" v="776" actId="478"/>
          <ac:spMkLst>
            <pc:docMk/>
            <pc:sldMk cId="813483317" sldId="258"/>
            <ac:spMk id="9" creationId="{9B7299BC-FA2B-4236-A0C7-2F6F3F3A33BF}"/>
          </ac:spMkLst>
        </pc:spChg>
        <pc:spChg chg="del">
          <ac:chgData name="권 기일" userId="2ef98fef2c7306f1" providerId="LiveId" clId="{2865EC2C-EAF0-40F7-A7E2-4ED86B479988}" dt="2023-03-17T08:03:29.776" v="775" actId="478"/>
          <ac:spMkLst>
            <pc:docMk/>
            <pc:sldMk cId="813483317" sldId="258"/>
            <ac:spMk id="10" creationId="{C1B0280B-AAF2-480F-B2B7-F3BE9D7B2F79}"/>
          </ac:spMkLst>
        </pc:spChg>
        <pc:spChg chg="del">
          <ac:chgData name="권 기일" userId="2ef98fef2c7306f1" providerId="LiveId" clId="{2865EC2C-EAF0-40F7-A7E2-4ED86B479988}" dt="2023-03-17T08:03:53.726" v="779" actId="478"/>
          <ac:spMkLst>
            <pc:docMk/>
            <pc:sldMk cId="813483317" sldId="258"/>
            <ac:spMk id="11" creationId="{1386547A-B0B6-4D24-825D-3C8419B95DCB}"/>
          </ac:spMkLst>
        </pc:spChg>
        <pc:spChg chg="add mod">
          <ac:chgData name="권 기일" userId="2ef98fef2c7306f1" providerId="LiveId" clId="{2865EC2C-EAF0-40F7-A7E2-4ED86B479988}" dt="2023-03-17T08:08:13.141" v="914" actId="1076"/>
          <ac:spMkLst>
            <pc:docMk/>
            <pc:sldMk cId="813483317" sldId="258"/>
            <ac:spMk id="13" creationId="{C0EBCF47-A7B7-C683-A0B2-A10645B2673E}"/>
          </ac:spMkLst>
        </pc:spChg>
        <pc:spChg chg="add mod">
          <ac:chgData name="권 기일" userId="2ef98fef2c7306f1" providerId="LiveId" clId="{2865EC2C-EAF0-40F7-A7E2-4ED86B479988}" dt="2023-03-17T08:08:26.623" v="916" actId="1076"/>
          <ac:spMkLst>
            <pc:docMk/>
            <pc:sldMk cId="813483317" sldId="258"/>
            <ac:spMk id="14" creationId="{A2245CE4-A875-CFB6-B97E-771ED91014F2}"/>
          </ac:spMkLst>
        </pc:spChg>
        <pc:spChg chg="add mod">
          <ac:chgData name="권 기일" userId="2ef98fef2c7306f1" providerId="LiveId" clId="{2865EC2C-EAF0-40F7-A7E2-4ED86B479988}" dt="2023-03-17T08:11:50.274" v="962"/>
          <ac:spMkLst>
            <pc:docMk/>
            <pc:sldMk cId="813483317" sldId="258"/>
            <ac:spMk id="15" creationId="{5D133C78-DF21-FCBC-62C4-A4D21113977D}"/>
          </ac:spMkLst>
        </pc:spChg>
        <pc:spChg chg="add del mod">
          <ac:chgData name="권 기일" userId="2ef98fef2c7306f1" providerId="LiveId" clId="{2865EC2C-EAF0-40F7-A7E2-4ED86B479988}" dt="2023-03-20T04:48:55.791" v="8999" actId="478"/>
          <ac:spMkLst>
            <pc:docMk/>
            <pc:sldMk cId="813483317" sldId="258"/>
            <ac:spMk id="16" creationId="{12210B08-5B3A-E5DD-6354-D8A03B0116A1}"/>
          </ac:spMkLst>
        </pc:spChg>
        <pc:spChg chg="add mod">
          <ac:chgData name="권 기일" userId="2ef98fef2c7306f1" providerId="LiveId" clId="{2865EC2C-EAF0-40F7-A7E2-4ED86B479988}" dt="2023-03-17T08:15:29.580" v="1350"/>
          <ac:spMkLst>
            <pc:docMk/>
            <pc:sldMk cId="813483317" sldId="258"/>
            <ac:spMk id="17" creationId="{B2DC2DFA-C4E5-5223-0556-A8A56D1C242C}"/>
          </ac:spMkLst>
        </pc:spChg>
        <pc:graphicFrameChg chg="mod modGraphic">
          <ac:chgData name="권 기일" userId="2ef98fef2c7306f1" providerId="LiveId" clId="{2865EC2C-EAF0-40F7-A7E2-4ED86B479988}" dt="2023-03-17T08:11:37.340" v="961"/>
          <ac:graphicFrameMkLst>
            <pc:docMk/>
            <pc:sldMk cId="813483317" sldId="258"/>
            <ac:graphicFrameMk id="4" creationId="{6E32B779-4D6E-436C-BD33-2E6535904C3A}"/>
          </ac:graphicFrameMkLst>
        </pc:graphicFrameChg>
        <pc:picChg chg="del">
          <ac:chgData name="권 기일" userId="2ef98fef2c7306f1" providerId="LiveId" clId="{2865EC2C-EAF0-40F7-A7E2-4ED86B479988}" dt="2023-03-17T08:03:27.097" v="773" actId="478"/>
          <ac:picMkLst>
            <pc:docMk/>
            <pc:sldMk cId="813483317" sldId="258"/>
            <ac:picMk id="7" creationId="{87FB71C3-C65D-4B7A-8C1F-03CED0BAF9DF}"/>
          </ac:picMkLst>
        </pc:picChg>
        <pc:picChg chg="add del mod">
          <ac:chgData name="권 기일" userId="2ef98fef2c7306f1" providerId="LiveId" clId="{2865EC2C-EAF0-40F7-A7E2-4ED86B479988}" dt="2023-03-17T08:14:50.374" v="1242" actId="478"/>
          <ac:picMkLst>
            <pc:docMk/>
            <pc:sldMk cId="813483317" sldId="258"/>
            <ac:picMk id="12" creationId="{237DFE15-3EAA-6972-8260-A68A87649580}"/>
          </ac:picMkLst>
        </pc:picChg>
      </pc:sldChg>
      <pc:sldChg chg="addSp delSp modSp mod">
        <pc:chgData name="권 기일" userId="2ef98fef2c7306f1" providerId="LiveId" clId="{2865EC2C-EAF0-40F7-A7E2-4ED86B479988}" dt="2023-03-20T04:49:00.318" v="9002"/>
        <pc:sldMkLst>
          <pc:docMk/>
          <pc:sldMk cId="2741871728" sldId="259"/>
        </pc:sldMkLst>
        <pc:spChg chg="mod">
          <ac:chgData name="권 기일" userId="2ef98fef2c7306f1" providerId="LiveId" clId="{2865EC2C-EAF0-40F7-A7E2-4ED86B479988}" dt="2023-03-17T08:21:10.188" v="1738"/>
          <ac:spMkLst>
            <pc:docMk/>
            <pc:sldMk cId="2741871728" sldId="259"/>
            <ac:spMk id="2" creationId="{1947B415-DD4E-4616-8F55-00B20434FD03}"/>
          </ac:spMkLst>
        </pc:spChg>
        <pc:spChg chg="del">
          <ac:chgData name="권 기일" userId="2ef98fef2c7306f1" providerId="LiveId" clId="{2865EC2C-EAF0-40F7-A7E2-4ED86B479988}" dt="2023-03-17T08:15:40.507" v="1352" actId="478"/>
          <ac:spMkLst>
            <pc:docMk/>
            <pc:sldMk cId="2741871728" sldId="259"/>
            <ac:spMk id="3" creationId="{7BB1A71F-D41B-420D-8F4E-F0D78FD7A7EF}"/>
          </ac:spMkLst>
        </pc:spChg>
        <pc:spChg chg="add mod">
          <ac:chgData name="권 기일" userId="2ef98fef2c7306f1" providerId="LiveId" clId="{2865EC2C-EAF0-40F7-A7E2-4ED86B479988}" dt="2023-03-20T04:49:00.318" v="9002"/>
          <ac:spMkLst>
            <pc:docMk/>
            <pc:sldMk cId="2741871728" sldId="259"/>
            <ac:spMk id="3" creationId="{A8C0FE56-AB0B-CAB8-E872-0F9681843794}"/>
          </ac:spMkLst>
        </pc:spChg>
        <pc:spChg chg="del">
          <ac:chgData name="권 기일" userId="2ef98fef2c7306f1" providerId="LiveId" clId="{2865EC2C-EAF0-40F7-A7E2-4ED86B479988}" dt="2023-03-17T08:15:40.507" v="1352" actId="478"/>
          <ac:spMkLst>
            <pc:docMk/>
            <pc:sldMk cId="2741871728" sldId="259"/>
            <ac:spMk id="8" creationId="{CB65CAB6-E536-48BC-8857-C827FDC38CDF}"/>
          </ac:spMkLst>
        </pc:spChg>
        <pc:spChg chg="add mod">
          <ac:chgData name="권 기일" userId="2ef98fef2c7306f1" providerId="LiveId" clId="{2865EC2C-EAF0-40F7-A7E2-4ED86B479988}" dt="2023-03-17T08:16:10.555" v="1361"/>
          <ac:spMkLst>
            <pc:docMk/>
            <pc:sldMk cId="2741871728" sldId="259"/>
            <ac:spMk id="9" creationId="{50F864D8-FFD1-02B3-D430-70492E232FD7}"/>
          </ac:spMkLst>
        </pc:spChg>
        <pc:spChg chg="del">
          <ac:chgData name="권 기일" userId="2ef98fef2c7306f1" providerId="LiveId" clId="{2865EC2C-EAF0-40F7-A7E2-4ED86B479988}" dt="2023-03-17T08:15:40.507" v="1352" actId="478"/>
          <ac:spMkLst>
            <pc:docMk/>
            <pc:sldMk cId="2741871728" sldId="259"/>
            <ac:spMk id="10" creationId="{D6590044-1B84-49FD-A36D-9554967FBE84}"/>
          </ac:spMkLst>
        </pc:spChg>
        <pc:spChg chg="del">
          <ac:chgData name="권 기일" userId="2ef98fef2c7306f1" providerId="LiveId" clId="{2865EC2C-EAF0-40F7-A7E2-4ED86B479988}" dt="2023-03-17T08:15:40.507" v="1352" actId="478"/>
          <ac:spMkLst>
            <pc:docMk/>
            <pc:sldMk cId="2741871728" sldId="259"/>
            <ac:spMk id="11" creationId="{3D059C1E-0B99-47D5-B9A5-CCF35C0374C3}"/>
          </ac:spMkLst>
        </pc:spChg>
        <pc:spChg chg="del">
          <ac:chgData name="권 기일" userId="2ef98fef2c7306f1" providerId="LiveId" clId="{2865EC2C-EAF0-40F7-A7E2-4ED86B479988}" dt="2023-03-17T08:15:42.954" v="1353" actId="478"/>
          <ac:spMkLst>
            <pc:docMk/>
            <pc:sldMk cId="2741871728" sldId="259"/>
            <ac:spMk id="12" creationId="{03E8297B-10AA-4041-9BAD-67BC2E1B2C74}"/>
          </ac:spMkLst>
        </pc:spChg>
        <pc:spChg chg="del">
          <ac:chgData name="권 기일" userId="2ef98fef2c7306f1" providerId="LiveId" clId="{2865EC2C-EAF0-40F7-A7E2-4ED86B479988}" dt="2023-03-17T08:15:40.507" v="1352" actId="478"/>
          <ac:spMkLst>
            <pc:docMk/>
            <pc:sldMk cId="2741871728" sldId="259"/>
            <ac:spMk id="13" creationId="{A0DDFB97-5348-4AB5-9740-C6249D3329CD}"/>
          </ac:spMkLst>
        </pc:spChg>
        <pc:spChg chg="del">
          <ac:chgData name="권 기일" userId="2ef98fef2c7306f1" providerId="LiveId" clId="{2865EC2C-EAF0-40F7-A7E2-4ED86B479988}" dt="2023-03-17T08:15:40.507" v="1352" actId="478"/>
          <ac:spMkLst>
            <pc:docMk/>
            <pc:sldMk cId="2741871728" sldId="259"/>
            <ac:spMk id="14" creationId="{B0C00075-1E59-4F7F-AF43-712A00441344}"/>
          </ac:spMkLst>
        </pc:spChg>
        <pc:spChg chg="add del mod">
          <ac:chgData name="권 기일" userId="2ef98fef2c7306f1" providerId="LiveId" clId="{2865EC2C-EAF0-40F7-A7E2-4ED86B479988}" dt="2023-03-20T04:49:00.110" v="9001" actId="478"/>
          <ac:spMkLst>
            <pc:docMk/>
            <pc:sldMk cId="2741871728" sldId="259"/>
            <ac:spMk id="15" creationId="{B17DCBD1-E8A2-482A-066B-57168F9B05F8}"/>
          </ac:spMkLst>
        </pc:spChg>
        <pc:spChg chg="add mod">
          <ac:chgData name="권 기일" userId="2ef98fef2c7306f1" providerId="LiveId" clId="{2865EC2C-EAF0-40F7-A7E2-4ED86B479988}" dt="2023-03-17T08:17:21.903" v="1366" actId="14100"/>
          <ac:spMkLst>
            <pc:docMk/>
            <pc:sldMk cId="2741871728" sldId="259"/>
            <ac:spMk id="16" creationId="{CC0ED11B-D044-80AB-5749-AF2C75A801E5}"/>
          </ac:spMkLst>
        </pc:spChg>
        <pc:spChg chg="add mod">
          <ac:chgData name="권 기일" userId="2ef98fef2c7306f1" providerId="LiveId" clId="{2865EC2C-EAF0-40F7-A7E2-4ED86B479988}" dt="2023-03-17T08:17:28.191" v="1367" actId="1076"/>
          <ac:spMkLst>
            <pc:docMk/>
            <pc:sldMk cId="2741871728" sldId="259"/>
            <ac:spMk id="17" creationId="{70BBC11C-F46E-AD34-34F1-E488DCE9C6B2}"/>
          </ac:spMkLst>
        </pc:spChg>
        <pc:spChg chg="add mod">
          <ac:chgData name="권 기일" userId="2ef98fef2c7306f1" providerId="LiveId" clId="{2865EC2C-EAF0-40F7-A7E2-4ED86B479988}" dt="2023-03-17T08:47:39.788" v="2970" actId="1076"/>
          <ac:spMkLst>
            <pc:docMk/>
            <pc:sldMk cId="2741871728" sldId="259"/>
            <ac:spMk id="18" creationId="{E4E5754B-992E-AA70-D1BE-EBF568F1A354}"/>
          </ac:spMkLst>
        </pc:spChg>
        <pc:graphicFrameChg chg="mod modGraphic">
          <ac:chgData name="권 기일" userId="2ef98fef2c7306f1" providerId="LiveId" clId="{2865EC2C-EAF0-40F7-A7E2-4ED86B479988}" dt="2023-03-17T08:19:19.017" v="1692"/>
          <ac:graphicFrameMkLst>
            <pc:docMk/>
            <pc:sldMk cId="2741871728" sldId="259"/>
            <ac:graphicFrameMk id="4" creationId="{6E32B779-4D6E-436C-BD33-2E6535904C3A}"/>
          </ac:graphicFrameMkLst>
        </pc:graphicFrameChg>
        <pc:picChg chg="del">
          <ac:chgData name="권 기일" userId="2ef98fef2c7306f1" providerId="LiveId" clId="{2865EC2C-EAF0-40F7-A7E2-4ED86B479988}" dt="2023-03-17T08:15:37.660" v="1351" actId="478"/>
          <ac:picMkLst>
            <pc:docMk/>
            <pc:sldMk cId="2741871728" sldId="259"/>
            <ac:picMk id="5" creationId="{E4E6E753-1AF3-4E00-8B00-B53CC7DF4EDA}"/>
          </ac:picMkLst>
        </pc:picChg>
        <pc:picChg chg="add mod">
          <ac:chgData name="권 기일" userId="2ef98fef2c7306f1" providerId="LiveId" clId="{2865EC2C-EAF0-40F7-A7E2-4ED86B479988}" dt="2023-03-17T08:17:14.685" v="1364" actId="1076"/>
          <ac:picMkLst>
            <pc:docMk/>
            <pc:sldMk cId="2741871728" sldId="259"/>
            <ac:picMk id="7" creationId="{C392DFD9-FC1C-5E4A-0ABC-CFFE78A56FB7}"/>
          </ac:picMkLst>
        </pc:picChg>
        <pc:picChg chg="add del mod">
          <ac:chgData name="권 기일" userId="2ef98fef2c7306f1" providerId="LiveId" clId="{2865EC2C-EAF0-40F7-A7E2-4ED86B479988}" dt="2023-03-17T08:22:57.102" v="1754" actId="21"/>
          <ac:picMkLst>
            <pc:docMk/>
            <pc:sldMk cId="2741871728" sldId="259"/>
            <ac:picMk id="19" creationId="{9E53F5A8-31D3-A11B-EBDB-145C343C2A5D}"/>
          </ac:picMkLst>
        </pc:picChg>
      </pc:sldChg>
      <pc:sldChg chg="addSp delSp modSp mod">
        <pc:chgData name="권 기일" userId="2ef98fef2c7306f1" providerId="LiveId" clId="{2865EC2C-EAF0-40F7-A7E2-4ED86B479988}" dt="2023-03-20T04:49:20.717" v="9009"/>
        <pc:sldMkLst>
          <pc:docMk/>
          <pc:sldMk cId="3235289107" sldId="261"/>
        </pc:sldMkLst>
        <pc:spChg chg="mod">
          <ac:chgData name="권 기일" userId="2ef98fef2c7306f1" providerId="LiveId" clId="{2865EC2C-EAF0-40F7-A7E2-4ED86B479988}" dt="2023-03-17T09:53:52.536" v="5923"/>
          <ac:spMkLst>
            <pc:docMk/>
            <pc:sldMk cId="3235289107" sldId="261"/>
            <ac:spMk id="2" creationId="{1947B415-DD4E-4616-8F55-00B20434FD03}"/>
          </ac:spMkLst>
        </pc:spChg>
        <pc:spChg chg="add mod">
          <ac:chgData name="권 기일" userId="2ef98fef2c7306f1" providerId="LiveId" clId="{2865EC2C-EAF0-40F7-A7E2-4ED86B479988}" dt="2023-03-20T04:49:20.717" v="9009"/>
          <ac:spMkLst>
            <pc:docMk/>
            <pc:sldMk cId="3235289107" sldId="261"/>
            <ac:spMk id="3" creationId="{2BD760CC-C20A-CF79-7B3B-C67DD37D9819}"/>
          </ac:spMkLst>
        </pc:spChg>
        <pc:spChg chg="add mod">
          <ac:chgData name="권 기일" userId="2ef98fef2c7306f1" providerId="LiveId" clId="{2865EC2C-EAF0-40F7-A7E2-4ED86B479988}" dt="2023-03-17T09:50:15.633" v="5881" actId="14100"/>
          <ac:spMkLst>
            <pc:docMk/>
            <pc:sldMk cId="3235289107" sldId="261"/>
            <ac:spMk id="6" creationId="{4AAB865D-8067-C195-7951-57CC7B77818F}"/>
          </ac:spMkLst>
        </pc:spChg>
        <pc:spChg chg="add mod">
          <ac:chgData name="권 기일" userId="2ef98fef2c7306f1" providerId="LiveId" clId="{2865EC2C-EAF0-40F7-A7E2-4ED86B479988}" dt="2023-03-20T04:49:20.717" v="9009"/>
          <ac:spMkLst>
            <pc:docMk/>
            <pc:sldMk cId="3235289107" sldId="261"/>
            <ac:spMk id="8" creationId="{05EBA7A9-3622-7336-55CD-8B2FE9781344}"/>
          </ac:spMkLst>
        </pc:spChg>
        <pc:spChg chg="del">
          <ac:chgData name="권 기일" userId="2ef98fef2c7306f1" providerId="LiveId" clId="{2865EC2C-EAF0-40F7-A7E2-4ED86B479988}" dt="2023-03-17T09:47:00.667" v="5870" actId="478"/>
          <ac:spMkLst>
            <pc:docMk/>
            <pc:sldMk cId="3235289107" sldId="261"/>
            <ac:spMk id="10" creationId="{64E398B2-213C-47F3-9F2F-ED6311CBA6F2}"/>
          </ac:spMkLst>
        </pc:spChg>
        <pc:spChg chg="del">
          <ac:chgData name="권 기일" userId="2ef98fef2c7306f1" providerId="LiveId" clId="{2865EC2C-EAF0-40F7-A7E2-4ED86B479988}" dt="2023-03-17T09:47:03.088" v="5871" actId="478"/>
          <ac:spMkLst>
            <pc:docMk/>
            <pc:sldMk cId="3235289107" sldId="261"/>
            <ac:spMk id="11" creationId="{BEF52516-90B3-4013-8DC6-9C2A2404C0FF}"/>
          </ac:spMkLst>
        </pc:spChg>
        <pc:spChg chg="del">
          <ac:chgData name="권 기일" userId="2ef98fef2c7306f1" providerId="LiveId" clId="{2865EC2C-EAF0-40F7-A7E2-4ED86B479988}" dt="2023-03-17T09:47:03.088" v="5871" actId="478"/>
          <ac:spMkLst>
            <pc:docMk/>
            <pc:sldMk cId="3235289107" sldId="261"/>
            <ac:spMk id="12" creationId="{7A0565B0-3B2E-4616-8546-E7C4CA8F161A}"/>
          </ac:spMkLst>
        </pc:spChg>
        <pc:spChg chg="del">
          <ac:chgData name="권 기일" userId="2ef98fef2c7306f1" providerId="LiveId" clId="{2865EC2C-EAF0-40F7-A7E2-4ED86B479988}" dt="2023-03-17T09:47:03.088" v="5871" actId="478"/>
          <ac:spMkLst>
            <pc:docMk/>
            <pc:sldMk cId="3235289107" sldId="261"/>
            <ac:spMk id="13" creationId="{66528C10-EBC8-46C2-9A36-C23B0657CB81}"/>
          </ac:spMkLst>
        </pc:spChg>
        <pc:spChg chg="del">
          <ac:chgData name="권 기일" userId="2ef98fef2c7306f1" providerId="LiveId" clId="{2865EC2C-EAF0-40F7-A7E2-4ED86B479988}" dt="2023-03-17T09:47:03.088" v="5871" actId="478"/>
          <ac:spMkLst>
            <pc:docMk/>
            <pc:sldMk cId="3235289107" sldId="261"/>
            <ac:spMk id="14" creationId="{CE0197A7-58C9-4F34-A4B6-8ABB0F84D1DB}"/>
          </ac:spMkLst>
        </pc:spChg>
        <pc:spChg chg="del">
          <ac:chgData name="권 기일" userId="2ef98fef2c7306f1" providerId="LiveId" clId="{2865EC2C-EAF0-40F7-A7E2-4ED86B479988}" dt="2023-03-17T09:47:03.088" v="5871" actId="478"/>
          <ac:spMkLst>
            <pc:docMk/>
            <pc:sldMk cId="3235289107" sldId="261"/>
            <ac:spMk id="17" creationId="{930241EA-FC44-4C0E-97EF-5E963092D234}"/>
          </ac:spMkLst>
        </pc:spChg>
        <pc:spChg chg="del">
          <ac:chgData name="권 기일" userId="2ef98fef2c7306f1" providerId="LiveId" clId="{2865EC2C-EAF0-40F7-A7E2-4ED86B479988}" dt="2023-03-17T09:47:03.088" v="5871" actId="478"/>
          <ac:spMkLst>
            <pc:docMk/>
            <pc:sldMk cId="3235289107" sldId="261"/>
            <ac:spMk id="18" creationId="{815ECAF9-AA66-46F5-87A0-D20DFE65215E}"/>
          </ac:spMkLst>
        </pc:spChg>
        <pc:spChg chg="del">
          <ac:chgData name="권 기일" userId="2ef98fef2c7306f1" providerId="LiveId" clId="{2865EC2C-EAF0-40F7-A7E2-4ED86B479988}" dt="2023-03-17T09:47:03.088" v="5871" actId="478"/>
          <ac:spMkLst>
            <pc:docMk/>
            <pc:sldMk cId="3235289107" sldId="261"/>
            <ac:spMk id="19" creationId="{247800D2-B8F3-44E2-95EE-B504F8FD371C}"/>
          </ac:spMkLst>
        </pc:spChg>
        <pc:spChg chg="add mod">
          <ac:chgData name="권 기일" userId="2ef98fef2c7306f1" providerId="LiveId" clId="{2865EC2C-EAF0-40F7-A7E2-4ED86B479988}" dt="2023-03-17T09:54:19.105" v="5926" actId="14100"/>
          <ac:spMkLst>
            <pc:docMk/>
            <pc:sldMk cId="3235289107" sldId="261"/>
            <ac:spMk id="21" creationId="{4DAE18AD-D0D7-03EE-A25E-30070E4466CA}"/>
          </ac:spMkLst>
        </pc:spChg>
        <pc:graphicFrameChg chg="add del mod modGraphic">
          <ac:chgData name="권 기일" userId="2ef98fef2c7306f1" providerId="LiveId" clId="{2865EC2C-EAF0-40F7-A7E2-4ED86B479988}" dt="2023-03-17T09:56:36.716" v="6027"/>
          <ac:graphicFrameMkLst>
            <pc:docMk/>
            <pc:sldMk cId="3235289107" sldId="261"/>
            <ac:graphicFrameMk id="4" creationId="{6E32B779-4D6E-436C-BD33-2E6535904C3A}"/>
          </ac:graphicFrameMkLst>
        </pc:graphicFrameChg>
        <pc:picChg chg="add mod">
          <ac:chgData name="권 기일" userId="2ef98fef2c7306f1" providerId="LiveId" clId="{2865EC2C-EAF0-40F7-A7E2-4ED86B479988}" dt="2023-03-17T09:52:22.184" v="5886" actId="1076"/>
          <ac:picMkLst>
            <pc:docMk/>
            <pc:sldMk cId="3235289107" sldId="261"/>
            <ac:picMk id="5" creationId="{87A55C08-5198-F267-B425-1559B80CA546}"/>
          </ac:picMkLst>
        </pc:picChg>
        <pc:picChg chg="del">
          <ac:chgData name="권 기일" userId="2ef98fef2c7306f1" providerId="LiveId" clId="{2865EC2C-EAF0-40F7-A7E2-4ED86B479988}" dt="2023-03-17T09:46:59.308" v="5869" actId="478"/>
          <ac:picMkLst>
            <pc:docMk/>
            <pc:sldMk cId="3235289107" sldId="261"/>
            <ac:picMk id="9" creationId="{C0DEB8F0-10A5-4FE7-91A9-FC3FC9096682}"/>
          </ac:picMkLst>
        </pc:picChg>
        <pc:picChg chg="del">
          <ac:chgData name="권 기일" userId="2ef98fef2c7306f1" providerId="LiveId" clId="{2865EC2C-EAF0-40F7-A7E2-4ED86B479988}" dt="2023-03-17T09:47:03.088" v="5871" actId="478"/>
          <ac:picMkLst>
            <pc:docMk/>
            <pc:sldMk cId="3235289107" sldId="261"/>
            <ac:picMk id="15" creationId="{24F5952F-82D4-4793-81A0-D405F3A6C161}"/>
          </ac:picMkLst>
        </pc:picChg>
        <pc:picChg chg="add mod">
          <ac:chgData name="권 기일" userId="2ef98fef2c7306f1" providerId="LiveId" clId="{2865EC2C-EAF0-40F7-A7E2-4ED86B479988}" dt="2023-03-17T09:53:44.610" v="5899" actId="14100"/>
          <ac:picMkLst>
            <pc:docMk/>
            <pc:sldMk cId="3235289107" sldId="261"/>
            <ac:picMk id="20" creationId="{34DF380A-051F-AFAC-F20C-6611B0636BDC}"/>
          </ac:picMkLst>
        </pc:picChg>
        <pc:cxnChg chg="add mod">
          <ac:chgData name="권 기일" userId="2ef98fef2c7306f1" providerId="LiveId" clId="{2865EC2C-EAF0-40F7-A7E2-4ED86B479988}" dt="2023-03-17T09:52:26.084" v="5887" actId="1076"/>
          <ac:cxnSpMkLst>
            <pc:docMk/>
            <pc:sldMk cId="3235289107" sldId="261"/>
            <ac:cxnSpMk id="7" creationId="{912151A0-4C6F-0228-07C2-9842A26D4305}"/>
          </ac:cxnSpMkLst>
        </pc:cxnChg>
      </pc:sldChg>
      <pc:sldChg chg="addSp delSp modSp mod">
        <pc:chgData name="권 기일" userId="2ef98fef2c7306f1" providerId="LiveId" clId="{2865EC2C-EAF0-40F7-A7E2-4ED86B479988}" dt="2023-03-20T04:51:36.826" v="9020" actId="2165"/>
        <pc:sldMkLst>
          <pc:docMk/>
          <pc:sldMk cId="1803541989" sldId="262"/>
        </pc:sldMkLst>
        <pc:spChg chg="del">
          <ac:chgData name="권 기일" userId="2ef98fef2c7306f1" providerId="LiveId" clId="{2865EC2C-EAF0-40F7-A7E2-4ED86B479988}" dt="2023-03-17T08:45:07.640" v="2955" actId="478"/>
          <ac:spMkLst>
            <pc:docMk/>
            <pc:sldMk cId="1803541989" sldId="262"/>
            <ac:spMk id="2" creationId="{1947B415-DD4E-4616-8F55-00B20434FD03}"/>
          </ac:spMkLst>
        </pc:spChg>
        <pc:spChg chg="add mod">
          <ac:chgData name="권 기일" userId="2ef98fef2c7306f1" providerId="LiveId" clId="{2865EC2C-EAF0-40F7-A7E2-4ED86B479988}" dt="2023-03-20T04:49:15.256" v="9005"/>
          <ac:spMkLst>
            <pc:docMk/>
            <pc:sldMk cId="1803541989" sldId="262"/>
            <ac:spMk id="2" creationId="{1A74ECD9-CAC4-0AF8-D4AE-8558E3C42FA8}"/>
          </ac:spMkLst>
        </pc:spChg>
        <pc:spChg chg="add mod">
          <ac:chgData name="권 기일" userId="2ef98fef2c7306f1" providerId="LiveId" clId="{2865EC2C-EAF0-40F7-A7E2-4ED86B479988}" dt="2023-03-17T09:05:50.411" v="3952" actId="20577"/>
          <ac:spMkLst>
            <pc:docMk/>
            <pc:sldMk cId="1803541989" sldId="262"/>
            <ac:spMk id="3" creationId="{A8EEB23D-7EA9-35D6-0DFF-B9A4800D7BCD}"/>
          </ac:spMkLst>
        </pc:spChg>
        <pc:spChg chg="add mod">
          <ac:chgData name="권 기일" userId="2ef98fef2c7306f1" providerId="LiveId" clId="{2865EC2C-EAF0-40F7-A7E2-4ED86B479988}" dt="2023-03-20T04:49:15.256" v="9005"/>
          <ac:spMkLst>
            <pc:docMk/>
            <pc:sldMk cId="1803541989" sldId="262"/>
            <ac:spMk id="5" creationId="{749C5EAE-6373-700F-C32F-7CD58A6C6B91}"/>
          </ac:spMkLst>
        </pc:spChg>
        <pc:spChg chg="del">
          <ac:chgData name="권 기일" userId="2ef98fef2c7306f1" providerId="LiveId" clId="{2865EC2C-EAF0-40F7-A7E2-4ED86B479988}" dt="2023-03-17T08:35:47.331" v="2597" actId="478"/>
          <ac:spMkLst>
            <pc:docMk/>
            <pc:sldMk cId="1803541989" sldId="262"/>
            <ac:spMk id="8" creationId="{534AAB46-F696-4397-B5E8-82C97654A435}"/>
          </ac:spMkLst>
        </pc:spChg>
        <pc:spChg chg="del">
          <ac:chgData name="권 기일" userId="2ef98fef2c7306f1" providerId="LiveId" clId="{2865EC2C-EAF0-40F7-A7E2-4ED86B479988}" dt="2023-03-17T08:35:47.331" v="2597" actId="478"/>
          <ac:spMkLst>
            <pc:docMk/>
            <pc:sldMk cId="1803541989" sldId="262"/>
            <ac:spMk id="9" creationId="{6E03E2EF-0956-40FB-8D85-552EDCBC5A5F}"/>
          </ac:spMkLst>
        </pc:spChg>
        <pc:spChg chg="del">
          <ac:chgData name="권 기일" userId="2ef98fef2c7306f1" providerId="LiveId" clId="{2865EC2C-EAF0-40F7-A7E2-4ED86B479988}" dt="2023-03-17T08:35:47.331" v="2597" actId="478"/>
          <ac:spMkLst>
            <pc:docMk/>
            <pc:sldMk cId="1803541989" sldId="262"/>
            <ac:spMk id="10" creationId="{2C5B0F57-4693-4CAB-A4D7-EAFD3BA128A6}"/>
          </ac:spMkLst>
        </pc:spChg>
        <pc:spChg chg="del">
          <ac:chgData name="권 기일" userId="2ef98fef2c7306f1" providerId="LiveId" clId="{2865EC2C-EAF0-40F7-A7E2-4ED86B479988}" dt="2023-03-17T08:35:47.331" v="2597" actId="478"/>
          <ac:spMkLst>
            <pc:docMk/>
            <pc:sldMk cId="1803541989" sldId="262"/>
            <ac:spMk id="11" creationId="{3064929C-3E54-431D-BB41-307A7A381DB4}"/>
          </ac:spMkLst>
        </pc:spChg>
        <pc:spChg chg="del">
          <ac:chgData name="권 기일" userId="2ef98fef2c7306f1" providerId="LiveId" clId="{2865EC2C-EAF0-40F7-A7E2-4ED86B479988}" dt="2023-03-17T08:35:49.481" v="2600" actId="478"/>
          <ac:spMkLst>
            <pc:docMk/>
            <pc:sldMk cId="1803541989" sldId="262"/>
            <ac:spMk id="14" creationId="{2AD97281-8207-4B00-92D0-3CAAD64F813D}"/>
          </ac:spMkLst>
        </pc:spChg>
        <pc:spChg chg="add mod">
          <ac:chgData name="권 기일" userId="2ef98fef2c7306f1" providerId="LiveId" clId="{2865EC2C-EAF0-40F7-A7E2-4ED86B479988}" dt="2023-03-17T08:54:23.320" v="3523" actId="20577"/>
          <ac:spMkLst>
            <pc:docMk/>
            <pc:sldMk cId="1803541989" sldId="262"/>
            <ac:spMk id="17" creationId="{77C67748-F6A3-43F0-BDC9-BE45772B3E1D}"/>
          </ac:spMkLst>
        </pc:spChg>
        <pc:spChg chg="add mod">
          <ac:chgData name="권 기일" userId="2ef98fef2c7306f1" providerId="LiveId" clId="{2865EC2C-EAF0-40F7-A7E2-4ED86B479988}" dt="2023-03-17T08:56:13.695" v="3527" actId="14100"/>
          <ac:spMkLst>
            <pc:docMk/>
            <pc:sldMk cId="1803541989" sldId="262"/>
            <ac:spMk id="18" creationId="{DC5D0D95-F596-E454-5892-895704F9CBD3}"/>
          </ac:spMkLst>
        </pc:spChg>
        <pc:spChg chg="add mod">
          <ac:chgData name="권 기일" userId="2ef98fef2c7306f1" providerId="LiveId" clId="{2865EC2C-EAF0-40F7-A7E2-4ED86B479988}" dt="2023-03-17T08:56:28.882" v="3529" actId="1076"/>
          <ac:spMkLst>
            <pc:docMk/>
            <pc:sldMk cId="1803541989" sldId="262"/>
            <ac:spMk id="19" creationId="{4608433D-2668-6100-2E34-D73DE285051B}"/>
          </ac:spMkLst>
        </pc:spChg>
        <pc:spChg chg="add mod">
          <ac:chgData name="권 기일" userId="2ef98fef2c7306f1" providerId="LiveId" clId="{2865EC2C-EAF0-40F7-A7E2-4ED86B479988}" dt="2023-03-17T08:59:59.977" v="3690" actId="14100"/>
          <ac:spMkLst>
            <pc:docMk/>
            <pc:sldMk cId="1803541989" sldId="262"/>
            <ac:spMk id="24" creationId="{912E484E-BF01-0C8B-185A-D430FFBC7437}"/>
          </ac:spMkLst>
        </pc:spChg>
        <pc:spChg chg="add mod">
          <ac:chgData name="권 기일" userId="2ef98fef2c7306f1" providerId="LiveId" clId="{2865EC2C-EAF0-40F7-A7E2-4ED86B479988}" dt="2023-03-17T09:00:21.367" v="3693" actId="20577"/>
          <ac:spMkLst>
            <pc:docMk/>
            <pc:sldMk cId="1803541989" sldId="262"/>
            <ac:spMk id="25" creationId="{DE3FBC98-4143-CD29-7FDD-FCF1A72CFA20}"/>
          </ac:spMkLst>
        </pc:spChg>
        <pc:spChg chg="add mod">
          <ac:chgData name="권 기일" userId="2ef98fef2c7306f1" providerId="LiveId" clId="{2865EC2C-EAF0-40F7-A7E2-4ED86B479988}" dt="2023-03-17T09:02:16.059" v="3860" actId="1035"/>
          <ac:spMkLst>
            <pc:docMk/>
            <pc:sldMk cId="1803541989" sldId="262"/>
            <ac:spMk id="26" creationId="{86362274-3F62-3BC6-10A2-48247E289BBB}"/>
          </ac:spMkLst>
        </pc:spChg>
        <pc:spChg chg="add mod">
          <ac:chgData name="권 기일" userId="2ef98fef2c7306f1" providerId="LiveId" clId="{2865EC2C-EAF0-40F7-A7E2-4ED86B479988}" dt="2023-03-17T09:02:45.248" v="3863" actId="20577"/>
          <ac:spMkLst>
            <pc:docMk/>
            <pc:sldMk cId="1803541989" sldId="262"/>
            <ac:spMk id="27" creationId="{BDFFDE22-2F50-E7C4-FC42-50823208A10A}"/>
          </ac:spMkLst>
        </pc:spChg>
        <pc:spChg chg="add del mod">
          <ac:chgData name="권 기일" userId="2ef98fef2c7306f1" providerId="LiveId" clId="{2865EC2C-EAF0-40F7-A7E2-4ED86B479988}" dt="2023-03-17T09:04:24.854" v="3948" actId="478"/>
          <ac:spMkLst>
            <pc:docMk/>
            <pc:sldMk cId="1803541989" sldId="262"/>
            <ac:spMk id="28" creationId="{A0D663CA-A5AD-10C9-7B9D-F38A7209428A}"/>
          </ac:spMkLst>
        </pc:spChg>
        <pc:graphicFrameChg chg="mod modGraphic">
          <ac:chgData name="권 기일" userId="2ef98fef2c7306f1" providerId="LiveId" clId="{2865EC2C-EAF0-40F7-A7E2-4ED86B479988}" dt="2023-03-20T04:51:36.826" v="9020" actId="2165"/>
          <ac:graphicFrameMkLst>
            <pc:docMk/>
            <pc:sldMk cId="1803541989" sldId="262"/>
            <ac:graphicFrameMk id="4" creationId="{6E32B779-4D6E-436C-BD33-2E6535904C3A}"/>
          </ac:graphicFrameMkLst>
        </pc:graphicFrameChg>
        <pc:picChg chg="del">
          <ac:chgData name="권 기일" userId="2ef98fef2c7306f1" providerId="LiveId" clId="{2865EC2C-EAF0-40F7-A7E2-4ED86B479988}" dt="2023-03-17T08:35:44.603" v="2596" actId="478"/>
          <ac:picMkLst>
            <pc:docMk/>
            <pc:sldMk cId="1803541989" sldId="262"/>
            <ac:picMk id="5" creationId="{913E15BF-1FA3-4E7D-8B04-DE91AB95C6FE}"/>
          </ac:picMkLst>
        </pc:picChg>
        <pc:picChg chg="del">
          <ac:chgData name="권 기일" userId="2ef98fef2c7306f1" providerId="LiveId" clId="{2865EC2C-EAF0-40F7-A7E2-4ED86B479988}" dt="2023-03-17T08:35:47.331" v="2597" actId="478"/>
          <ac:picMkLst>
            <pc:docMk/>
            <pc:sldMk cId="1803541989" sldId="262"/>
            <ac:picMk id="6" creationId="{D9469D0D-74E2-43C6-A067-8FE18D32D331}"/>
          </ac:picMkLst>
        </pc:picChg>
        <pc:picChg chg="add del mod">
          <ac:chgData name="권 기일" userId="2ef98fef2c7306f1" providerId="LiveId" clId="{2865EC2C-EAF0-40F7-A7E2-4ED86B479988}" dt="2023-03-17T08:46:34.736" v="2962" actId="21"/>
          <ac:picMkLst>
            <pc:docMk/>
            <pc:sldMk cId="1803541989" sldId="262"/>
            <ac:picMk id="12" creationId="{0AFA5CCE-B1A9-9CAA-9165-1E2BE48B5A16}"/>
          </ac:picMkLst>
        </pc:picChg>
        <pc:picChg chg="add del mod">
          <ac:chgData name="권 기일" userId="2ef98fef2c7306f1" providerId="LiveId" clId="{2865EC2C-EAF0-40F7-A7E2-4ED86B479988}" dt="2023-03-17T08:57:52.813" v="3675" actId="478"/>
          <ac:picMkLst>
            <pc:docMk/>
            <pc:sldMk cId="1803541989" sldId="262"/>
            <ac:picMk id="13" creationId="{963C85EF-D1CE-F2A3-5E5F-BA7CDAC326B4}"/>
          </ac:picMkLst>
        </pc:picChg>
        <pc:picChg chg="del">
          <ac:chgData name="권 기일" userId="2ef98fef2c7306f1" providerId="LiveId" clId="{2865EC2C-EAF0-40F7-A7E2-4ED86B479988}" dt="2023-03-17T08:35:48.180" v="2599" actId="478"/>
          <ac:picMkLst>
            <pc:docMk/>
            <pc:sldMk cId="1803541989" sldId="262"/>
            <ac:picMk id="15" creationId="{18AA96D6-7F4E-484A-AD89-9FA6BE52368A}"/>
          </ac:picMkLst>
        </pc:picChg>
        <pc:picChg chg="del">
          <ac:chgData name="권 기일" userId="2ef98fef2c7306f1" providerId="LiveId" clId="{2865EC2C-EAF0-40F7-A7E2-4ED86B479988}" dt="2023-03-17T08:35:47.787" v="2598" actId="478"/>
          <ac:picMkLst>
            <pc:docMk/>
            <pc:sldMk cId="1803541989" sldId="262"/>
            <ac:picMk id="16" creationId="{6160E1C9-720E-4004-8927-7E023AE8F913}"/>
          </ac:picMkLst>
        </pc:picChg>
        <pc:picChg chg="add del mod">
          <ac:chgData name="권 기일" userId="2ef98fef2c7306f1" providerId="LiveId" clId="{2865EC2C-EAF0-40F7-A7E2-4ED86B479988}" dt="2023-03-17T08:59:11.460" v="3678" actId="478"/>
          <ac:picMkLst>
            <pc:docMk/>
            <pc:sldMk cId="1803541989" sldId="262"/>
            <ac:picMk id="21" creationId="{7D6CB246-061B-473B-19FC-74D8EE56A871}"/>
          </ac:picMkLst>
        </pc:picChg>
        <pc:picChg chg="add mod ord">
          <ac:chgData name="권 기일" userId="2ef98fef2c7306f1" providerId="LiveId" clId="{2865EC2C-EAF0-40F7-A7E2-4ED86B479988}" dt="2023-03-17T08:59:34.313" v="3685" actId="14100"/>
          <ac:picMkLst>
            <pc:docMk/>
            <pc:sldMk cId="1803541989" sldId="262"/>
            <ac:picMk id="23" creationId="{A3A8E4CD-71F3-DE0A-56D3-894975BBD3D4}"/>
          </ac:picMkLst>
        </pc:picChg>
        <pc:picChg chg="add del mod">
          <ac:chgData name="권 기일" userId="2ef98fef2c7306f1" providerId="LiveId" clId="{2865EC2C-EAF0-40F7-A7E2-4ED86B479988}" dt="2023-03-17T09:08:31.028" v="3971" actId="21"/>
          <ac:picMkLst>
            <pc:docMk/>
            <pc:sldMk cId="1803541989" sldId="262"/>
            <ac:picMk id="29" creationId="{DB158FB9-4DFD-18EA-A804-0049084BDF0A}"/>
          </ac:picMkLst>
        </pc:picChg>
      </pc:sldChg>
      <pc:sldChg chg="addSp delSp modSp mod">
        <pc:chgData name="권 기일" userId="2ef98fef2c7306f1" providerId="LiveId" clId="{2865EC2C-EAF0-40F7-A7E2-4ED86B479988}" dt="2023-03-20T04:49:16.660" v="9006"/>
        <pc:sldMkLst>
          <pc:docMk/>
          <pc:sldMk cId="1063870227" sldId="263"/>
        </pc:sldMkLst>
        <pc:spChg chg="del">
          <ac:chgData name="권 기일" userId="2ef98fef2c7306f1" providerId="LiveId" clId="{2865EC2C-EAF0-40F7-A7E2-4ED86B479988}" dt="2023-03-17T09:07:44.813" v="3955" actId="478"/>
          <ac:spMkLst>
            <pc:docMk/>
            <pc:sldMk cId="1063870227" sldId="263"/>
            <ac:spMk id="2" creationId="{1947B415-DD4E-4616-8F55-00B20434FD03}"/>
          </ac:spMkLst>
        </pc:spChg>
        <pc:spChg chg="add mod">
          <ac:chgData name="권 기일" userId="2ef98fef2c7306f1" providerId="LiveId" clId="{2865EC2C-EAF0-40F7-A7E2-4ED86B479988}" dt="2023-03-20T04:49:16.660" v="9006"/>
          <ac:spMkLst>
            <pc:docMk/>
            <pc:sldMk cId="1063870227" sldId="263"/>
            <ac:spMk id="2" creationId="{CD3456AE-CF72-D299-E634-643936F156CE}"/>
          </ac:spMkLst>
        </pc:spChg>
        <pc:spChg chg="add mod">
          <ac:chgData name="권 기일" userId="2ef98fef2c7306f1" providerId="LiveId" clId="{2865EC2C-EAF0-40F7-A7E2-4ED86B479988}" dt="2023-03-17T09:07:53.778" v="3958" actId="20577"/>
          <ac:spMkLst>
            <pc:docMk/>
            <pc:sldMk cId="1063870227" sldId="263"/>
            <ac:spMk id="3" creationId="{15E77310-D6FB-C72B-29C4-B2A8B4832F48}"/>
          </ac:spMkLst>
        </pc:spChg>
        <pc:spChg chg="add mod">
          <ac:chgData name="권 기일" userId="2ef98fef2c7306f1" providerId="LiveId" clId="{2865EC2C-EAF0-40F7-A7E2-4ED86B479988}" dt="2023-03-20T04:49:16.660" v="9006"/>
          <ac:spMkLst>
            <pc:docMk/>
            <pc:sldMk cId="1063870227" sldId="263"/>
            <ac:spMk id="5" creationId="{E2A86B84-012E-282F-C1DA-21B3EA9E08C5}"/>
          </ac:spMkLst>
        </pc:spChg>
        <pc:spChg chg="del">
          <ac:chgData name="권 기일" userId="2ef98fef2c7306f1" providerId="LiveId" clId="{2865EC2C-EAF0-40F7-A7E2-4ED86B479988}" dt="2023-03-17T09:08:11.951" v="3962" actId="478"/>
          <ac:spMkLst>
            <pc:docMk/>
            <pc:sldMk cId="1063870227" sldId="263"/>
            <ac:spMk id="8" creationId="{534AAB46-F696-4397-B5E8-82C97654A435}"/>
          </ac:spMkLst>
        </pc:spChg>
        <pc:spChg chg="del mod">
          <ac:chgData name="권 기일" userId="2ef98fef2c7306f1" providerId="LiveId" clId="{2865EC2C-EAF0-40F7-A7E2-4ED86B479988}" dt="2023-03-17T09:08:36.776" v="3974" actId="478"/>
          <ac:spMkLst>
            <pc:docMk/>
            <pc:sldMk cId="1063870227" sldId="263"/>
            <ac:spMk id="9" creationId="{6E03E2EF-0956-40FB-8D85-552EDCBC5A5F}"/>
          </ac:spMkLst>
        </pc:spChg>
        <pc:spChg chg="del">
          <ac:chgData name="권 기일" userId="2ef98fef2c7306f1" providerId="LiveId" clId="{2865EC2C-EAF0-40F7-A7E2-4ED86B479988}" dt="2023-03-17T09:08:11.951" v="3962" actId="478"/>
          <ac:spMkLst>
            <pc:docMk/>
            <pc:sldMk cId="1063870227" sldId="263"/>
            <ac:spMk id="10" creationId="{2C5B0F57-4693-4CAB-A4D7-EAFD3BA128A6}"/>
          </ac:spMkLst>
        </pc:spChg>
        <pc:spChg chg="del">
          <ac:chgData name="권 기일" userId="2ef98fef2c7306f1" providerId="LiveId" clId="{2865EC2C-EAF0-40F7-A7E2-4ED86B479988}" dt="2023-03-17T09:08:11.951" v="3962" actId="478"/>
          <ac:spMkLst>
            <pc:docMk/>
            <pc:sldMk cId="1063870227" sldId="263"/>
            <ac:spMk id="11" creationId="{F6803A6E-2B2A-4DA0-961E-E6B60419D064}"/>
          </ac:spMkLst>
        </pc:spChg>
        <pc:spChg chg="del">
          <ac:chgData name="권 기일" userId="2ef98fef2c7306f1" providerId="LiveId" clId="{2865EC2C-EAF0-40F7-A7E2-4ED86B479988}" dt="2023-03-17T09:08:11.951" v="3962" actId="478"/>
          <ac:spMkLst>
            <pc:docMk/>
            <pc:sldMk cId="1063870227" sldId="263"/>
            <ac:spMk id="12" creationId="{9E14AEF5-5B3D-44F3-A2E8-66E942F0970E}"/>
          </ac:spMkLst>
        </pc:spChg>
        <pc:spChg chg="add mod">
          <ac:chgData name="권 기일" userId="2ef98fef2c7306f1" providerId="LiveId" clId="{2865EC2C-EAF0-40F7-A7E2-4ED86B479988}" dt="2023-03-17T09:09:46.820" v="3979" actId="14100"/>
          <ac:spMkLst>
            <pc:docMk/>
            <pc:sldMk cId="1063870227" sldId="263"/>
            <ac:spMk id="15" creationId="{81F651DB-6625-A120-65D4-838D4BF6A779}"/>
          </ac:spMkLst>
        </pc:spChg>
        <pc:spChg chg="add mod">
          <ac:chgData name="권 기일" userId="2ef98fef2c7306f1" providerId="LiveId" clId="{2865EC2C-EAF0-40F7-A7E2-4ED86B479988}" dt="2023-03-17T09:10:02.212" v="3981" actId="1076"/>
          <ac:spMkLst>
            <pc:docMk/>
            <pc:sldMk cId="1063870227" sldId="263"/>
            <ac:spMk id="17" creationId="{D37AF81A-B85B-B369-1193-45C75169FD59}"/>
          </ac:spMkLst>
        </pc:spChg>
        <pc:spChg chg="del">
          <ac:chgData name="권 기일" userId="2ef98fef2c7306f1" providerId="LiveId" clId="{2865EC2C-EAF0-40F7-A7E2-4ED86B479988}" dt="2023-03-17T09:08:11.951" v="3962" actId="478"/>
          <ac:spMkLst>
            <pc:docMk/>
            <pc:sldMk cId="1063870227" sldId="263"/>
            <ac:spMk id="19" creationId="{46362659-397F-4357-9CBF-7E60C1EFDE28}"/>
          </ac:spMkLst>
        </pc:spChg>
        <pc:spChg chg="add mod">
          <ac:chgData name="권 기일" userId="2ef98fef2c7306f1" providerId="LiveId" clId="{2865EC2C-EAF0-40F7-A7E2-4ED86B479988}" dt="2023-03-17T09:16:42.655" v="4731" actId="20577"/>
          <ac:spMkLst>
            <pc:docMk/>
            <pc:sldMk cId="1063870227" sldId="263"/>
            <ac:spMk id="20" creationId="{BE87C3EA-5AA1-D6FA-2787-52354F16B4E4}"/>
          </ac:spMkLst>
        </pc:spChg>
        <pc:spChg chg="add mod">
          <ac:chgData name="권 기일" userId="2ef98fef2c7306f1" providerId="LiveId" clId="{2865EC2C-EAF0-40F7-A7E2-4ED86B479988}" dt="2023-03-17T09:12:18.624" v="4265" actId="1076"/>
          <ac:spMkLst>
            <pc:docMk/>
            <pc:sldMk cId="1063870227" sldId="263"/>
            <ac:spMk id="21" creationId="{073E147B-0F6C-A741-8617-9EB4A24C0E72}"/>
          </ac:spMkLst>
        </pc:spChg>
        <pc:spChg chg="add mod">
          <ac:chgData name="권 기일" userId="2ef98fef2c7306f1" providerId="LiveId" clId="{2865EC2C-EAF0-40F7-A7E2-4ED86B479988}" dt="2023-03-17T09:12:26.767" v="4268" actId="20577"/>
          <ac:spMkLst>
            <pc:docMk/>
            <pc:sldMk cId="1063870227" sldId="263"/>
            <ac:spMk id="22" creationId="{7BF7720A-63FD-B646-8131-70842D3419A2}"/>
          </ac:spMkLst>
        </pc:spChg>
        <pc:spChg chg="add mod">
          <ac:chgData name="권 기일" userId="2ef98fef2c7306f1" providerId="LiveId" clId="{2865EC2C-EAF0-40F7-A7E2-4ED86B479988}" dt="2023-03-17T09:18:08.989" v="4794" actId="1076"/>
          <ac:spMkLst>
            <pc:docMk/>
            <pc:sldMk cId="1063870227" sldId="263"/>
            <ac:spMk id="23" creationId="{E123275A-AD1A-76CF-E970-0F7C2685CC52}"/>
          </ac:spMkLst>
        </pc:spChg>
        <pc:spChg chg="add mod">
          <ac:chgData name="권 기일" userId="2ef98fef2c7306f1" providerId="LiveId" clId="{2865EC2C-EAF0-40F7-A7E2-4ED86B479988}" dt="2023-03-17T09:18:19.229" v="4797" actId="20577"/>
          <ac:spMkLst>
            <pc:docMk/>
            <pc:sldMk cId="1063870227" sldId="263"/>
            <ac:spMk id="24" creationId="{F92C35F7-4CD8-AFA1-D0DA-0B4B3AD690BC}"/>
          </ac:spMkLst>
        </pc:spChg>
        <pc:spChg chg="add mod">
          <ac:chgData name="권 기일" userId="2ef98fef2c7306f1" providerId="LiveId" clId="{2865EC2C-EAF0-40F7-A7E2-4ED86B479988}" dt="2023-03-17T09:20:00.264" v="4863" actId="1076"/>
          <ac:spMkLst>
            <pc:docMk/>
            <pc:sldMk cId="1063870227" sldId="263"/>
            <ac:spMk id="25" creationId="{4B231D06-00DC-8D0B-11F0-44714D891C2C}"/>
          </ac:spMkLst>
        </pc:spChg>
        <pc:spChg chg="add mod">
          <ac:chgData name="권 기일" userId="2ef98fef2c7306f1" providerId="LiveId" clId="{2865EC2C-EAF0-40F7-A7E2-4ED86B479988}" dt="2023-03-17T09:20:17.384" v="4866" actId="20577"/>
          <ac:spMkLst>
            <pc:docMk/>
            <pc:sldMk cId="1063870227" sldId="263"/>
            <ac:spMk id="26" creationId="{58E40AC8-73EA-0CCD-EBE5-364B469491A9}"/>
          </ac:spMkLst>
        </pc:spChg>
        <pc:spChg chg="add del mod">
          <ac:chgData name="권 기일" userId="2ef98fef2c7306f1" providerId="LiveId" clId="{2865EC2C-EAF0-40F7-A7E2-4ED86B479988}" dt="2023-03-17T09:21:59.815" v="4868" actId="478"/>
          <ac:spMkLst>
            <pc:docMk/>
            <pc:sldMk cId="1063870227" sldId="263"/>
            <ac:spMk id="27" creationId="{61C58527-E2EB-754F-5DF4-5C8FFC70F824}"/>
          </ac:spMkLst>
        </pc:spChg>
        <pc:spChg chg="add mod">
          <ac:chgData name="권 기일" userId="2ef98fef2c7306f1" providerId="LiveId" clId="{2865EC2C-EAF0-40F7-A7E2-4ED86B479988}" dt="2023-03-17T09:22:06.626" v="4870" actId="1076"/>
          <ac:spMkLst>
            <pc:docMk/>
            <pc:sldMk cId="1063870227" sldId="263"/>
            <ac:spMk id="28" creationId="{0D6A336A-BDE2-65DC-6ACE-2724A85CA704}"/>
          </ac:spMkLst>
        </pc:spChg>
        <pc:spChg chg="add mod">
          <ac:chgData name="권 기일" userId="2ef98fef2c7306f1" providerId="LiveId" clId="{2865EC2C-EAF0-40F7-A7E2-4ED86B479988}" dt="2023-03-17T09:22:19.128" v="4873" actId="20577"/>
          <ac:spMkLst>
            <pc:docMk/>
            <pc:sldMk cId="1063870227" sldId="263"/>
            <ac:spMk id="29" creationId="{9ACBDCEC-7C86-155C-53AB-60741DC386E4}"/>
          </ac:spMkLst>
        </pc:spChg>
        <pc:spChg chg="add mod">
          <ac:chgData name="권 기일" userId="2ef98fef2c7306f1" providerId="LiveId" clId="{2865EC2C-EAF0-40F7-A7E2-4ED86B479988}" dt="2023-03-17T09:25:02.074" v="5120" actId="1076"/>
          <ac:spMkLst>
            <pc:docMk/>
            <pc:sldMk cId="1063870227" sldId="263"/>
            <ac:spMk id="30" creationId="{5CCC9BDF-085C-FD5E-AA7B-15967929AF33}"/>
          </ac:spMkLst>
        </pc:spChg>
        <pc:spChg chg="add mod">
          <ac:chgData name="권 기일" userId="2ef98fef2c7306f1" providerId="LiveId" clId="{2865EC2C-EAF0-40F7-A7E2-4ED86B479988}" dt="2023-03-17T09:25:17.848" v="5123" actId="20577"/>
          <ac:spMkLst>
            <pc:docMk/>
            <pc:sldMk cId="1063870227" sldId="263"/>
            <ac:spMk id="31" creationId="{2101E488-4208-DBEF-8468-5995D857EF1A}"/>
          </ac:spMkLst>
        </pc:spChg>
        <pc:spChg chg="add mod">
          <ac:chgData name="권 기일" userId="2ef98fef2c7306f1" providerId="LiveId" clId="{2865EC2C-EAF0-40F7-A7E2-4ED86B479988}" dt="2023-03-17T09:25:50.378" v="5128" actId="1076"/>
          <ac:spMkLst>
            <pc:docMk/>
            <pc:sldMk cId="1063870227" sldId="263"/>
            <ac:spMk id="32" creationId="{E1F30A38-8646-1D3C-6351-9FBABA98C11A}"/>
          </ac:spMkLst>
        </pc:spChg>
        <pc:spChg chg="add mod">
          <ac:chgData name="권 기일" userId="2ef98fef2c7306f1" providerId="LiveId" clId="{2865EC2C-EAF0-40F7-A7E2-4ED86B479988}" dt="2023-03-17T09:26:03.020" v="5131" actId="20577"/>
          <ac:spMkLst>
            <pc:docMk/>
            <pc:sldMk cId="1063870227" sldId="263"/>
            <ac:spMk id="33" creationId="{3CBC1157-1001-F72E-2A7F-99A71450A03C}"/>
          </ac:spMkLst>
        </pc:spChg>
        <pc:graphicFrameChg chg="mod modGraphic">
          <ac:chgData name="권 기일" userId="2ef98fef2c7306f1" providerId="LiveId" clId="{2865EC2C-EAF0-40F7-A7E2-4ED86B479988}" dt="2023-03-17T09:27:03.787" v="5196" actId="20577"/>
          <ac:graphicFrameMkLst>
            <pc:docMk/>
            <pc:sldMk cId="1063870227" sldId="263"/>
            <ac:graphicFrameMk id="4" creationId="{6E32B779-4D6E-436C-BD33-2E6535904C3A}"/>
          </ac:graphicFrameMkLst>
        </pc:graphicFrameChg>
        <pc:picChg chg="add del">
          <ac:chgData name="권 기일" userId="2ef98fef2c7306f1" providerId="LiveId" clId="{2865EC2C-EAF0-40F7-A7E2-4ED86B479988}" dt="2023-03-17T09:08:09.101" v="3960" actId="478"/>
          <ac:picMkLst>
            <pc:docMk/>
            <pc:sldMk cId="1063870227" sldId="263"/>
            <ac:picMk id="5" creationId="{0773E5A3-A93D-4EC3-ADAD-915F77B08C07}"/>
          </ac:picMkLst>
        </pc:picChg>
        <pc:picChg chg="del">
          <ac:chgData name="권 기일" userId="2ef98fef2c7306f1" providerId="LiveId" clId="{2865EC2C-EAF0-40F7-A7E2-4ED86B479988}" dt="2023-03-17T09:08:08.155" v="3959" actId="478"/>
          <ac:picMkLst>
            <pc:docMk/>
            <pc:sldMk cId="1063870227" sldId="263"/>
            <ac:picMk id="6" creationId="{1E7F1644-D7BA-4349-BCDD-7CBBE3A5BB51}"/>
          </ac:picMkLst>
        </pc:picChg>
        <pc:picChg chg="add del mod">
          <ac:chgData name="권 기일" userId="2ef98fef2c7306f1" providerId="LiveId" clId="{2865EC2C-EAF0-40F7-A7E2-4ED86B479988}" dt="2023-03-17T09:08:21.360" v="3966" actId="21"/>
          <ac:picMkLst>
            <pc:docMk/>
            <pc:sldMk cId="1063870227" sldId="263"/>
            <ac:picMk id="13" creationId="{2F2CDAD5-DF5D-8826-2386-73496CA52189}"/>
          </ac:picMkLst>
        </pc:picChg>
        <pc:picChg chg="add mod">
          <ac:chgData name="권 기일" userId="2ef98fef2c7306f1" providerId="LiveId" clId="{2865EC2C-EAF0-40F7-A7E2-4ED86B479988}" dt="2023-03-17T09:08:31.966" v="3972"/>
          <ac:picMkLst>
            <pc:docMk/>
            <pc:sldMk cId="1063870227" sldId="263"/>
            <ac:picMk id="14" creationId="{3F330C46-CA49-5AD5-1BD7-EBB7020450DB}"/>
          </ac:picMkLst>
        </pc:picChg>
        <pc:picChg chg="del">
          <ac:chgData name="권 기일" userId="2ef98fef2c7306f1" providerId="LiveId" clId="{2865EC2C-EAF0-40F7-A7E2-4ED86B479988}" dt="2023-03-17T09:08:09.695" v="3961" actId="478"/>
          <ac:picMkLst>
            <pc:docMk/>
            <pc:sldMk cId="1063870227" sldId="263"/>
            <ac:picMk id="16" creationId="{52CDFFB8-8399-4E95-AA65-ACE6BA3E4BA7}"/>
          </ac:picMkLst>
        </pc:picChg>
        <pc:picChg chg="add del mod">
          <ac:chgData name="권 기일" userId="2ef98fef2c7306f1" providerId="LiveId" clId="{2865EC2C-EAF0-40F7-A7E2-4ED86B479988}" dt="2023-03-17T09:28:42.547" v="5206" actId="21"/>
          <ac:picMkLst>
            <pc:docMk/>
            <pc:sldMk cId="1063870227" sldId="263"/>
            <ac:picMk id="34" creationId="{CC7E453E-BDB3-51ED-C73F-8775E1A95922}"/>
          </ac:picMkLst>
        </pc:picChg>
        <pc:cxnChg chg="del">
          <ac:chgData name="권 기일" userId="2ef98fef2c7306f1" providerId="LiveId" clId="{2865EC2C-EAF0-40F7-A7E2-4ED86B479988}" dt="2023-03-17T09:08:11.951" v="3962" actId="478"/>
          <ac:cxnSpMkLst>
            <pc:docMk/>
            <pc:sldMk cId="1063870227" sldId="263"/>
            <ac:cxnSpMk id="18" creationId="{3C78A3EC-FE20-4715-BF14-42A7262CB62C}"/>
          </ac:cxnSpMkLst>
        </pc:cxnChg>
      </pc:sldChg>
      <pc:sldChg chg="addSp delSp modSp mod">
        <pc:chgData name="권 기일" userId="2ef98fef2c7306f1" providerId="LiveId" clId="{2865EC2C-EAF0-40F7-A7E2-4ED86B479988}" dt="2023-03-20T04:49:17.893" v="9007"/>
        <pc:sldMkLst>
          <pc:docMk/>
          <pc:sldMk cId="2790542022" sldId="264"/>
        </pc:sldMkLst>
        <pc:spChg chg="del">
          <ac:chgData name="권 기일" userId="2ef98fef2c7306f1" providerId="LiveId" clId="{2865EC2C-EAF0-40F7-A7E2-4ED86B479988}" dt="2023-03-17T09:36:36.020" v="5504" actId="478"/>
          <ac:spMkLst>
            <pc:docMk/>
            <pc:sldMk cId="2790542022" sldId="264"/>
            <ac:spMk id="2" creationId="{1947B415-DD4E-4616-8F55-00B20434FD03}"/>
          </ac:spMkLst>
        </pc:spChg>
        <pc:spChg chg="add mod">
          <ac:chgData name="권 기일" userId="2ef98fef2c7306f1" providerId="LiveId" clId="{2865EC2C-EAF0-40F7-A7E2-4ED86B479988}" dt="2023-03-20T04:49:17.893" v="9007"/>
          <ac:spMkLst>
            <pc:docMk/>
            <pc:sldMk cId="2790542022" sldId="264"/>
            <ac:spMk id="2" creationId="{E8054272-8ADE-ED67-C592-6C3877ADC058}"/>
          </ac:spMkLst>
        </pc:spChg>
        <pc:spChg chg="add mod">
          <ac:chgData name="권 기일" userId="2ef98fef2c7306f1" providerId="LiveId" clId="{2865EC2C-EAF0-40F7-A7E2-4ED86B479988}" dt="2023-03-20T04:49:17.893" v="9007"/>
          <ac:spMkLst>
            <pc:docMk/>
            <pc:sldMk cId="2790542022" sldId="264"/>
            <ac:spMk id="3" creationId="{DB4C0BC4-F472-C6B6-885F-46D5604CE382}"/>
          </ac:spMkLst>
        </pc:spChg>
        <pc:spChg chg="del">
          <ac:chgData name="권 기일" userId="2ef98fef2c7306f1" providerId="LiveId" clId="{2865EC2C-EAF0-40F7-A7E2-4ED86B479988}" dt="2023-03-17T09:27:15.836" v="5198" actId="478"/>
          <ac:spMkLst>
            <pc:docMk/>
            <pc:sldMk cId="2790542022" sldId="264"/>
            <ac:spMk id="8" creationId="{534AAB46-F696-4397-B5E8-82C97654A435}"/>
          </ac:spMkLst>
        </pc:spChg>
        <pc:spChg chg="del">
          <ac:chgData name="권 기일" userId="2ef98fef2c7306f1" providerId="LiveId" clId="{2865EC2C-EAF0-40F7-A7E2-4ED86B479988}" dt="2023-03-17T09:27:15.836" v="5198" actId="478"/>
          <ac:spMkLst>
            <pc:docMk/>
            <pc:sldMk cId="2790542022" sldId="264"/>
            <ac:spMk id="9" creationId="{6E03E2EF-0956-40FB-8D85-552EDCBC5A5F}"/>
          </ac:spMkLst>
        </pc:spChg>
        <pc:spChg chg="del">
          <ac:chgData name="권 기일" userId="2ef98fef2c7306f1" providerId="LiveId" clId="{2865EC2C-EAF0-40F7-A7E2-4ED86B479988}" dt="2023-03-17T09:27:15.836" v="5198" actId="478"/>
          <ac:spMkLst>
            <pc:docMk/>
            <pc:sldMk cId="2790542022" sldId="264"/>
            <ac:spMk id="10" creationId="{2C5B0F57-4693-4CAB-A4D7-EAFD3BA128A6}"/>
          </ac:spMkLst>
        </pc:spChg>
        <pc:spChg chg="add mod">
          <ac:chgData name="권 기일" userId="2ef98fef2c7306f1" providerId="LiveId" clId="{2865EC2C-EAF0-40F7-A7E2-4ED86B479988}" dt="2023-03-17T09:30:58.381" v="5209" actId="1076"/>
          <ac:spMkLst>
            <pc:docMk/>
            <pc:sldMk cId="2790542022" sldId="264"/>
            <ac:spMk id="11" creationId="{004B476D-862E-2FFE-1A5F-2B95BE68499F}"/>
          </ac:spMkLst>
        </pc:spChg>
        <pc:spChg chg="add mod">
          <ac:chgData name="권 기일" userId="2ef98fef2c7306f1" providerId="LiveId" clId="{2865EC2C-EAF0-40F7-A7E2-4ED86B479988}" dt="2023-03-17T09:31:36.610" v="5211" actId="1076"/>
          <ac:spMkLst>
            <pc:docMk/>
            <pc:sldMk cId="2790542022" sldId="264"/>
            <ac:spMk id="12" creationId="{E1F9D11D-21C3-F37F-6F3B-37990E99D547}"/>
          </ac:spMkLst>
        </pc:spChg>
        <pc:spChg chg="add mod">
          <ac:chgData name="권 기일" userId="2ef98fef2c7306f1" providerId="LiveId" clId="{2865EC2C-EAF0-40F7-A7E2-4ED86B479988}" dt="2023-03-17T09:33:10.296" v="5344" actId="1037"/>
          <ac:spMkLst>
            <pc:docMk/>
            <pc:sldMk cId="2790542022" sldId="264"/>
            <ac:spMk id="13" creationId="{152EAEDC-F973-3436-3557-58A7BF8380A8}"/>
          </ac:spMkLst>
        </pc:spChg>
        <pc:spChg chg="add mod">
          <ac:chgData name="권 기일" userId="2ef98fef2c7306f1" providerId="LiveId" clId="{2865EC2C-EAF0-40F7-A7E2-4ED86B479988}" dt="2023-03-17T09:33:01.731" v="5343" actId="20577"/>
          <ac:spMkLst>
            <pc:docMk/>
            <pc:sldMk cId="2790542022" sldId="264"/>
            <ac:spMk id="14" creationId="{73D1684B-5294-FFD7-BA0D-6AAD42853D01}"/>
          </ac:spMkLst>
        </pc:spChg>
        <pc:spChg chg="add mod">
          <ac:chgData name="권 기일" userId="2ef98fef2c7306f1" providerId="LiveId" clId="{2865EC2C-EAF0-40F7-A7E2-4ED86B479988}" dt="2023-03-17T09:33:53.292" v="5412" actId="1036"/>
          <ac:spMkLst>
            <pc:docMk/>
            <pc:sldMk cId="2790542022" sldId="264"/>
            <ac:spMk id="15" creationId="{BA36499C-1726-BF5E-924D-D388C3E92626}"/>
          </ac:spMkLst>
        </pc:spChg>
        <pc:spChg chg="add mod">
          <ac:chgData name="권 기일" userId="2ef98fef2c7306f1" providerId="LiveId" clId="{2865EC2C-EAF0-40F7-A7E2-4ED86B479988}" dt="2023-03-17T09:34:12.476" v="5415" actId="20577"/>
          <ac:spMkLst>
            <pc:docMk/>
            <pc:sldMk cId="2790542022" sldId="264"/>
            <ac:spMk id="16" creationId="{E736F6E8-D78A-6E3E-18A8-F5B387F1DF67}"/>
          </ac:spMkLst>
        </pc:spChg>
        <pc:spChg chg="add mod">
          <ac:chgData name="권 기일" userId="2ef98fef2c7306f1" providerId="LiveId" clId="{2865EC2C-EAF0-40F7-A7E2-4ED86B479988}" dt="2023-03-17T09:36:39.148" v="5506" actId="20577"/>
          <ac:spMkLst>
            <pc:docMk/>
            <pc:sldMk cId="2790542022" sldId="264"/>
            <ac:spMk id="17" creationId="{AC6EB31D-A0DC-42C3-A0EB-41A58CD94EAF}"/>
          </ac:spMkLst>
        </pc:spChg>
        <pc:graphicFrameChg chg="mod modGraphic">
          <ac:chgData name="권 기일" userId="2ef98fef2c7306f1" providerId="LiveId" clId="{2865EC2C-EAF0-40F7-A7E2-4ED86B479988}" dt="2023-03-17T09:35:18.398" v="5499"/>
          <ac:graphicFrameMkLst>
            <pc:docMk/>
            <pc:sldMk cId="2790542022" sldId="264"/>
            <ac:graphicFrameMk id="4" creationId="{6E32B779-4D6E-436C-BD33-2E6535904C3A}"/>
          </ac:graphicFrameMkLst>
        </pc:graphicFrameChg>
        <pc:picChg chg="del">
          <ac:chgData name="권 기일" userId="2ef98fef2c7306f1" providerId="LiveId" clId="{2865EC2C-EAF0-40F7-A7E2-4ED86B479988}" dt="2023-03-17T09:27:13.788" v="5197" actId="478"/>
          <ac:picMkLst>
            <pc:docMk/>
            <pc:sldMk cId="2790542022" sldId="264"/>
            <ac:picMk id="3" creationId="{8B50BE25-28F9-4CD8-8D33-8077DE94B3B3}"/>
          </ac:picMkLst>
        </pc:picChg>
        <pc:picChg chg="add del mod">
          <ac:chgData name="권 기일" userId="2ef98fef2c7306f1" providerId="LiveId" clId="{2865EC2C-EAF0-40F7-A7E2-4ED86B479988}" dt="2023-03-17T09:28:31.162" v="5201" actId="21"/>
          <ac:picMkLst>
            <pc:docMk/>
            <pc:sldMk cId="2790542022" sldId="264"/>
            <ac:picMk id="6" creationId="{1653CC21-7EA0-45E7-8054-418968204A24}"/>
          </ac:picMkLst>
        </pc:picChg>
        <pc:picChg chg="add mod">
          <ac:chgData name="권 기일" userId="2ef98fef2c7306f1" providerId="LiveId" clId="{2865EC2C-EAF0-40F7-A7E2-4ED86B479988}" dt="2023-03-17T09:28:43.403" v="5207"/>
          <ac:picMkLst>
            <pc:docMk/>
            <pc:sldMk cId="2790542022" sldId="264"/>
            <ac:picMk id="7" creationId="{BB2A59A4-CAFD-6907-4E1F-48DE09CD95B0}"/>
          </ac:picMkLst>
        </pc:picChg>
        <pc:picChg chg="add del mod">
          <ac:chgData name="권 기일" userId="2ef98fef2c7306f1" providerId="LiveId" clId="{2865EC2C-EAF0-40F7-A7E2-4ED86B479988}" dt="2023-03-17T09:38:17.316" v="5514" actId="21"/>
          <ac:picMkLst>
            <pc:docMk/>
            <pc:sldMk cId="2790542022" sldId="264"/>
            <ac:picMk id="18" creationId="{5FF1C275-224D-14D6-1584-64B637ADF792}"/>
          </ac:picMkLst>
        </pc:picChg>
        <pc:picChg chg="add del mod">
          <ac:chgData name="권 기일" userId="2ef98fef2c7306f1" providerId="LiveId" clId="{2865EC2C-EAF0-40F7-A7E2-4ED86B479988}" dt="2023-03-17T09:40:38.868" v="5529" actId="21"/>
          <ac:picMkLst>
            <pc:docMk/>
            <pc:sldMk cId="2790542022" sldId="264"/>
            <ac:picMk id="19" creationId="{5F8DBA8D-8CE3-DA50-AC15-5FD42E535BE4}"/>
          </ac:picMkLst>
        </pc:picChg>
      </pc:sldChg>
      <pc:sldChg chg="addSp delSp modSp mod">
        <pc:chgData name="권 기일" userId="2ef98fef2c7306f1" providerId="LiveId" clId="{2865EC2C-EAF0-40F7-A7E2-4ED86B479988}" dt="2023-03-20T04:49:19.143" v="9008"/>
        <pc:sldMkLst>
          <pc:docMk/>
          <pc:sldMk cId="2946049719" sldId="265"/>
        </pc:sldMkLst>
        <pc:spChg chg="mod">
          <ac:chgData name="권 기일" userId="2ef98fef2c7306f1" providerId="LiveId" clId="{2865EC2C-EAF0-40F7-A7E2-4ED86B479988}" dt="2023-03-17T09:45:57.152" v="5806"/>
          <ac:spMkLst>
            <pc:docMk/>
            <pc:sldMk cId="2946049719" sldId="265"/>
            <ac:spMk id="2" creationId="{1947B415-DD4E-4616-8F55-00B20434FD03}"/>
          </ac:spMkLst>
        </pc:spChg>
        <pc:spChg chg="add mod">
          <ac:chgData name="권 기일" userId="2ef98fef2c7306f1" providerId="LiveId" clId="{2865EC2C-EAF0-40F7-A7E2-4ED86B479988}" dt="2023-03-20T04:49:19.143" v="9008"/>
          <ac:spMkLst>
            <pc:docMk/>
            <pc:sldMk cId="2946049719" sldId="265"/>
            <ac:spMk id="3" creationId="{753A2358-5107-52D3-34A9-1CB58DA8BC7D}"/>
          </ac:spMkLst>
        </pc:spChg>
        <pc:spChg chg="add mod">
          <ac:chgData name="권 기일" userId="2ef98fef2c7306f1" providerId="LiveId" clId="{2865EC2C-EAF0-40F7-A7E2-4ED86B479988}" dt="2023-03-20T04:49:19.143" v="9008"/>
          <ac:spMkLst>
            <pc:docMk/>
            <pc:sldMk cId="2946049719" sldId="265"/>
            <ac:spMk id="5" creationId="{0150C23A-1C50-BC02-CDB5-2714DC05BBA6}"/>
          </ac:spMkLst>
        </pc:spChg>
        <pc:spChg chg="del">
          <ac:chgData name="권 기일" userId="2ef98fef2c7306f1" providerId="LiveId" clId="{2865EC2C-EAF0-40F7-A7E2-4ED86B479988}" dt="2023-03-17T09:36:00.065" v="5501" actId="478"/>
          <ac:spMkLst>
            <pc:docMk/>
            <pc:sldMk cId="2946049719" sldId="265"/>
            <ac:spMk id="8" creationId="{534AAB46-F696-4397-B5E8-82C97654A435}"/>
          </ac:spMkLst>
        </pc:spChg>
        <pc:spChg chg="del">
          <ac:chgData name="권 기일" userId="2ef98fef2c7306f1" providerId="LiveId" clId="{2865EC2C-EAF0-40F7-A7E2-4ED86B479988}" dt="2023-03-17T09:36:00.065" v="5501" actId="478"/>
          <ac:spMkLst>
            <pc:docMk/>
            <pc:sldMk cId="2946049719" sldId="265"/>
            <ac:spMk id="9" creationId="{6E03E2EF-0956-40FB-8D85-552EDCBC5A5F}"/>
          </ac:spMkLst>
        </pc:spChg>
        <pc:spChg chg="del">
          <ac:chgData name="권 기일" userId="2ef98fef2c7306f1" providerId="LiveId" clId="{2865EC2C-EAF0-40F7-A7E2-4ED86B479988}" dt="2023-03-17T09:36:00.065" v="5501" actId="478"/>
          <ac:spMkLst>
            <pc:docMk/>
            <pc:sldMk cId="2946049719" sldId="265"/>
            <ac:spMk id="10" creationId="{2C5B0F57-4693-4CAB-A4D7-EAFD3BA128A6}"/>
          </ac:spMkLst>
        </pc:spChg>
        <pc:spChg chg="del">
          <ac:chgData name="권 기일" userId="2ef98fef2c7306f1" providerId="LiveId" clId="{2865EC2C-EAF0-40F7-A7E2-4ED86B479988}" dt="2023-03-17T09:36:00.065" v="5501" actId="478"/>
          <ac:spMkLst>
            <pc:docMk/>
            <pc:sldMk cId="2946049719" sldId="265"/>
            <ac:spMk id="11" creationId="{B8FBD491-BDFB-41D3-9FB4-F32397B6485E}"/>
          </ac:spMkLst>
        </pc:spChg>
        <pc:spChg chg="del">
          <ac:chgData name="권 기일" userId="2ef98fef2c7306f1" providerId="LiveId" clId="{2865EC2C-EAF0-40F7-A7E2-4ED86B479988}" dt="2023-03-17T09:36:00.065" v="5501" actId="478"/>
          <ac:spMkLst>
            <pc:docMk/>
            <pc:sldMk cId="2946049719" sldId="265"/>
            <ac:spMk id="12" creationId="{1222B0AE-E2CF-427B-BDD7-1F3BD45B0421}"/>
          </ac:spMkLst>
        </pc:spChg>
        <pc:spChg chg="del">
          <ac:chgData name="권 기일" userId="2ef98fef2c7306f1" providerId="LiveId" clId="{2865EC2C-EAF0-40F7-A7E2-4ED86B479988}" dt="2023-03-17T09:36:00.065" v="5501" actId="478"/>
          <ac:spMkLst>
            <pc:docMk/>
            <pc:sldMk cId="2946049719" sldId="265"/>
            <ac:spMk id="13" creationId="{B7A77131-C556-45C4-B9BD-C422A8570494}"/>
          </ac:spMkLst>
        </pc:spChg>
        <pc:spChg chg="del">
          <ac:chgData name="권 기일" userId="2ef98fef2c7306f1" providerId="LiveId" clId="{2865EC2C-EAF0-40F7-A7E2-4ED86B479988}" dt="2023-03-17T09:36:00.065" v="5501" actId="478"/>
          <ac:spMkLst>
            <pc:docMk/>
            <pc:sldMk cId="2946049719" sldId="265"/>
            <ac:spMk id="15" creationId="{64EF0344-1012-43BA-9AD6-892A91E83B47}"/>
          </ac:spMkLst>
        </pc:spChg>
        <pc:spChg chg="del">
          <ac:chgData name="권 기일" userId="2ef98fef2c7306f1" providerId="LiveId" clId="{2865EC2C-EAF0-40F7-A7E2-4ED86B479988}" dt="2023-03-17T09:36:00.065" v="5501" actId="478"/>
          <ac:spMkLst>
            <pc:docMk/>
            <pc:sldMk cId="2946049719" sldId="265"/>
            <ac:spMk id="16" creationId="{515C0AF2-CB7E-4D9E-9C1D-E56D8C54F8EC}"/>
          </ac:spMkLst>
        </pc:spChg>
        <pc:spChg chg="del">
          <ac:chgData name="권 기일" userId="2ef98fef2c7306f1" providerId="LiveId" clId="{2865EC2C-EAF0-40F7-A7E2-4ED86B479988}" dt="2023-03-17T09:36:00.065" v="5501" actId="478"/>
          <ac:spMkLst>
            <pc:docMk/>
            <pc:sldMk cId="2946049719" sldId="265"/>
            <ac:spMk id="17" creationId="{87A57F39-FA19-4A2F-9F22-F3128367190F}"/>
          </ac:spMkLst>
        </pc:spChg>
        <pc:spChg chg="add del mod">
          <ac:chgData name="권 기일" userId="2ef98fef2c7306f1" providerId="LiveId" clId="{2865EC2C-EAF0-40F7-A7E2-4ED86B479988}" dt="2023-03-17T09:39:50.095" v="5521" actId="478"/>
          <ac:spMkLst>
            <pc:docMk/>
            <pc:sldMk cId="2946049719" sldId="265"/>
            <ac:spMk id="19" creationId="{CE5933F3-9D86-3C12-E4FC-95007A2A33E5}"/>
          </ac:spMkLst>
        </pc:spChg>
        <pc:spChg chg="add mod">
          <ac:chgData name="권 기일" userId="2ef98fef2c7306f1" providerId="LiveId" clId="{2865EC2C-EAF0-40F7-A7E2-4ED86B479988}" dt="2023-03-17T09:42:02.276" v="5538" actId="1076"/>
          <ac:spMkLst>
            <pc:docMk/>
            <pc:sldMk cId="2946049719" sldId="265"/>
            <ac:spMk id="25" creationId="{5CC9918D-5B4F-9BBA-FABD-078E613C2277}"/>
          </ac:spMkLst>
        </pc:spChg>
        <pc:spChg chg="add mod">
          <ac:chgData name="권 기일" userId="2ef98fef2c7306f1" providerId="LiveId" clId="{2865EC2C-EAF0-40F7-A7E2-4ED86B479988}" dt="2023-03-17T09:42:36.100" v="5549" actId="20577"/>
          <ac:spMkLst>
            <pc:docMk/>
            <pc:sldMk cId="2946049719" sldId="265"/>
            <ac:spMk id="29" creationId="{C57B300B-3EB3-C917-4CFD-B6008978AF4D}"/>
          </ac:spMkLst>
        </pc:spChg>
        <pc:spChg chg="add mod">
          <ac:chgData name="권 기일" userId="2ef98fef2c7306f1" providerId="LiveId" clId="{2865EC2C-EAF0-40F7-A7E2-4ED86B479988}" dt="2023-03-17T09:44:00.281" v="5558" actId="20577"/>
          <ac:spMkLst>
            <pc:docMk/>
            <pc:sldMk cId="2946049719" sldId="265"/>
            <ac:spMk id="31" creationId="{557FFC1F-6F32-71C2-28D8-CAC16F23EFFA}"/>
          </ac:spMkLst>
        </pc:spChg>
        <pc:graphicFrameChg chg="mod modGraphic">
          <ac:chgData name="권 기일" userId="2ef98fef2c7306f1" providerId="LiveId" clId="{2865EC2C-EAF0-40F7-A7E2-4ED86B479988}" dt="2023-03-17T09:45:43.644" v="5746"/>
          <ac:graphicFrameMkLst>
            <pc:docMk/>
            <pc:sldMk cId="2946049719" sldId="265"/>
            <ac:graphicFrameMk id="4" creationId="{6E32B779-4D6E-436C-BD33-2E6535904C3A}"/>
          </ac:graphicFrameMkLst>
        </pc:graphicFrameChg>
        <pc:picChg chg="add del mod">
          <ac:chgData name="권 기일" userId="2ef98fef2c7306f1" providerId="LiveId" clId="{2865EC2C-EAF0-40F7-A7E2-4ED86B479988}" dt="2023-03-17T09:38:02.651" v="5508" actId="21"/>
          <ac:picMkLst>
            <pc:docMk/>
            <pc:sldMk cId="2946049719" sldId="265"/>
            <ac:picMk id="5" creationId="{BCAFB267-942D-F889-8F63-529263126457}"/>
          </ac:picMkLst>
        </pc:picChg>
        <pc:picChg chg="del">
          <ac:chgData name="권 기일" userId="2ef98fef2c7306f1" providerId="LiveId" clId="{2865EC2C-EAF0-40F7-A7E2-4ED86B479988}" dt="2023-03-17T09:35:57.090" v="5500" actId="478"/>
          <ac:picMkLst>
            <pc:docMk/>
            <pc:sldMk cId="2946049719" sldId="265"/>
            <ac:picMk id="6" creationId="{0FE4952F-AB3F-4017-882B-AF9CB69F1744}"/>
          </ac:picMkLst>
        </pc:picChg>
        <pc:picChg chg="del">
          <ac:chgData name="권 기일" userId="2ef98fef2c7306f1" providerId="LiveId" clId="{2865EC2C-EAF0-40F7-A7E2-4ED86B479988}" dt="2023-03-17T09:36:00.642" v="5502" actId="478"/>
          <ac:picMkLst>
            <pc:docMk/>
            <pc:sldMk cId="2946049719" sldId="265"/>
            <ac:picMk id="7" creationId="{E3DDED83-CA64-4FD0-9989-B1D01C3C8B77}"/>
          </ac:picMkLst>
        </pc:picChg>
        <pc:picChg chg="del">
          <ac:chgData name="권 기일" userId="2ef98fef2c7306f1" providerId="LiveId" clId="{2865EC2C-EAF0-40F7-A7E2-4ED86B479988}" dt="2023-03-17T09:36:01.537" v="5503" actId="478"/>
          <ac:picMkLst>
            <pc:docMk/>
            <pc:sldMk cId="2946049719" sldId="265"/>
            <ac:picMk id="14" creationId="{430892E8-56CF-4C54-8C83-AF8CF7383E87}"/>
          </ac:picMkLst>
        </pc:picChg>
        <pc:picChg chg="add del mod">
          <ac:chgData name="권 기일" userId="2ef98fef2c7306f1" providerId="LiveId" clId="{2865EC2C-EAF0-40F7-A7E2-4ED86B479988}" dt="2023-03-17T09:38:58.535" v="5518" actId="478"/>
          <ac:picMkLst>
            <pc:docMk/>
            <pc:sldMk cId="2946049719" sldId="265"/>
            <ac:picMk id="18" creationId="{7AAA1802-B174-29D1-7DE4-A06E04078E37}"/>
          </ac:picMkLst>
        </pc:picChg>
        <pc:picChg chg="add del mod">
          <ac:chgData name="권 기일" userId="2ef98fef2c7306f1" providerId="LiveId" clId="{2865EC2C-EAF0-40F7-A7E2-4ED86B479988}" dt="2023-03-17T09:40:23.947" v="5523" actId="21"/>
          <ac:picMkLst>
            <pc:docMk/>
            <pc:sldMk cId="2946049719" sldId="265"/>
            <ac:picMk id="21" creationId="{5117D996-2E6F-82B8-9707-FADA0A1A3904}"/>
          </ac:picMkLst>
        </pc:picChg>
        <pc:picChg chg="add mod">
          <ac:chgData name="권 기일" userId="2ef98fef2c7306f1" providerId="LiveId" clId="{2865EC2C-EAF0-40F7-A7E2-4ED86B479988}" dt="2023-03-17T09:44:16.415" v="5634" actId="1076"/>
          <ac:picMkLst>
            <pc:docMk/>
            <pc:sldMk cId="2946049719" sldId="265"/>
            <ac:picMk id="22" creationId="{D9A482B2-94D2-9EF5-004A-40516C7C68F3}"/>
          </ac:picMkLst>
        </pc:picChg>
        <pc:picChg chg="add del mod">
          <ac:chgData name="권 기일" userId="2ef98fef2c7306f1" providerId="LiveId" clId="{2865EC2C-EAF0-40F7-A7E2-4ED86B479988}" dt="2023-03-17T09:57:52.581" v="6063" actId="21"/>
          <ac:picMkLst>
            <pc:docMk/>
            <pc:sldMk cId="2946049719" sldId="265"/>
            <ac:picMk id="32" creationId="{55DD8AC1-CF98-84EA-0272-62359117EF55}"/>
          </ac:picMkLst>
        </pc:picChg>
        <pc:cxnChg chg="add mod">
          <ac:chgData name="권 기일" userId="2ef98fef2c7306f1" providerId="LiveId" clId="{2865EC2C-EAF0-40F7-A7E2-4ED86B479988}" dt="2023-03-17T09:41:49.756" v="5536" actId="1076"/>
          <ac:cxnSpMkLst>
            <pc:docMk/>
            <pc:sldMk cId="2946049719" sldId="265"/>
            <ac:cxnSpMk id="24" creationId="{72597017-A632-9977-1EF4-449D0C36A050}"/>
          </ac:cxnSpMkLst>
        </pc:cxnChg>
        <pc:cxnChg chg="add mod">
          <ac:chgData name="권 기일" userId="2ef98fef2c7306f1" providerId="LiveId" clId="{2865EC2C-EAF0-40F7-A7E2-4ED86B479988}" dt="2023-03-17T09:42:26.380" v="5546" actId="1035"/>
          <ac:cxnSpMkLst>
            <pc:docMk/>
            <pc:sldMk cId="2946049719" sldId="265"/>
            <ac:cxnSpMk id="26" creationId="{FF3CACC0-BE51-BEFD-AC82-38A69EBF4D13}"/>
          </ac:cxnSpMkLst>
        </pc:cxnChg>
        <pc:cxnChg chg="add mod">
          <ac:chgData name="권 기일" userId="2ef98fef2c7306f1" providerId="LiveId" clId="{2865EC2C-EAF0-40F7-A7E2-4ED86B479988}" dt="2023-03-17T09:43:51.676" v="5555" actId="1035"/>
          <ac:cxnSpMkLst>
            <pc:docMk/>
            <pc:sldMk cId="2946049719" sldId="265"/>
            <ac:cxnSpMk id="30" creationId="{C9CF0B95-0A04-1F14-4613-057EB2F43418}"/>
          </ac:cxnSpMkLst>
        </pc:cxnChg>
      </pc:sldChg>
      <pc:sldChg chg="addSp delSp modSp mod">
        <pc:chgData name="권 기일" userId="2ef98fef2c7306f1" providerId="LiveId" clId="{2865EC2C-EAF0-40F7-A7E2-4ED86B479988}" dt="2023-03-20T04:48:48.810" v="8998" actId="20577"/>
        <pc:sldMkLst>
          <pc:docMk/>
          <pc:sldMk cId="3000489110" sldId="266"/>
        </pc:sldMkLst>
        <pc:spChg chg="mod">
          <ac:chgData name="권 기일" userId="2ef98fef2c7306f1" providerId="LiveId" clId="{2865EC2C-EAF0-40F7-A7E2-4ED86B479988}" dt="2023-03-17T07:52:48.627" v="165"/>
          <ac:spMkLst>
            <pc:docMk/>
            <pc:sldMk cId="3000489110" sldId="266"/>
            <ac:spMk id="2" creationId="{FC357B07-B642-4B78-9CCF-B9309C1ABA26}"/>
          </ac:spMkLst>
        </pc:spChg>
        <pc:spChg chg="mod">
          <ac:chgData name="권 기일" userId="2ef98fef2c7306f1" providerId="LiveId" clId="{2865EC2C-EAF0-40F7-A7E2-4ED86B479988}" dt="2023-03-17T07:56:44.863" v="225" actId="1076"/>
          <ac:spMkLst>
            <pc:docMk/>
            <pc:sldMk cId="3000489110" sldId="266"/>
            <ac:spMk id="5" creationId="{D76DD1E0-879C-45A7-A207-D2EC5202B366}"/>
          </ac:spMkLst>
        </pc:spChg>
        <pc:spChg chg="del mod">
          <ac:chgData name="권 기일" userId="2ef98fef2c7306f1" providerId="LiveId" clId="{2865EC2C-EAF0-40F7-A7E2-4ED86B479988}" dt="2023-03-17T07:55:07.889" v="209" actId="478"/>
          <ac:spMkLst>
            <pc:docMk/>
            <pc:sldMk cId="3000489110" sldId="266"/>
            <ac:spMk id="6" creationId="{8C2653D5-8F9B-4A91-B27F-5F52C338FAA4}"/>
          </ac:spMkLst>
        </pc:spChg>
        <pc:spChg chg="add mod">
          <ac:chgData name="권 기일" userId="2ef98fef2c7306f1" providerId="LiveId" clId="{2865EC2C-EAF0-40F7-A7E2-4ED86B479988}" dt="2023-03-17T07:53:13.295" v="184" actId="1035"/>
          <ac:spMkLst>
            <pc:docMk/>
            <pc:sldMk cId="3000489110" sldId="266"/>
            <ac:spMk id="7" creationId="{CC396FAA-7BCB-F3C1-D452-A486101771FF}"/>
          </ac:spMkLst>
        </pc:spChg>
        <pc:spChg chg="del mod">
          <ac:chgData name="권 기일" userId="2ef98fef2c7306f1" providerId="LiveId" clId="{2865EC2C-EAF0-40F7-A7E2-4ED86B479988}" dt="2023-03-17T07:55:48.164" v="213" actId="478"/>
          <ac:spMkLst>
            <pc:docMk/>
            <pc:sldMk cId="3000489110" sldId="266"/>
            <ac:spMk id="8" creationId="{A32B0723-C47A-48EA-8130-A09496EC91F4}"/>
          </ac:spMkLst>
        </pc:spChg>
        <pc:spChg chg="add mod">
          <ac:chgData name="권 기일" userId="2ef98fef2c7306f1" providerId="LiveId" clId="{2865EC2C-EAF0-40F7-A7E2-4ED86B479988}" dt="2023-03-20T04:48:48.810" v="8998" actId="20577"/>
          <ac:spMkLst>
            <pc:docMk/>
            <pc:sldMk cId="3000489110" sldId="266"/>
            <ac:spMk id="9" creationId="{E5FC9B40-A245-2558-F1C2-2AB9C51B4685}"/>
          </ac:spMkLst>
        </pc:spChg>
        <pc:spChg chg="add mod">
          <ac:chgData name="권 기일" userId="2ef98fef2c7306f1" providerId="LiveId" clId="{2865EC2C-EAF0-40F7-A7E2-4ED86B479988}" dt="2023-03-17T07:56:30.260" v="222" actId="1076"/>
          <ac:spMkLst>
            <pc:docMk/>
            <pc:sldMk cId="3000489110" sldId="266"/>
            <ac:spMk id="12" creationId="{C18E8598-F954-4F91-E535-90753BDFAF58}"/>
          </ac:spMkLst>
        </pc:spChg>
        <pc:spChg chg="add mod">
          <ac:chgData name="권 기일" userId="2ef98fef2c7306f1" providerId="LiveId" clId="{2865EC2C-EAF0-40F7-A7E2-4ED86B479988}" dt="2023-03-17T08:04:03.999" v="781" actId="1076"/>
          <ac:spMkLst>
            <pc:docMk/>
            <pc:sldMk cId="3000489110" sldId="266"/>
            <ac:spMk id="13" creationId="{F86EDFEE-48FF-508E-DE1F-185B1E7721D0}"/>
          </ac:spMkLst>
        </pc:spChg>
        <pc:spChg chg="add del mod">
          <ac:chgData name="권 기일" userId="2ef98fef2c7306f1" providerId="LiveId" clId="{2865EC2C-EAF0-40F7-A7E2-4ED86B479988}" dt="2023-03-17T08:04:34.960" v="886" actId="478"/>
          <ac:spMkLst>
            <pc:docMk/>
            <pc:sldMk cId="3000489110" sldId="266"/>
            <ac:spMk id="14" creationId="{C14C8CC5-1EB8-B29B-611A-A49DF41FFEFF}"/>
          </ac:spMkLst>
        </pc:spChg>
        <pc:graphicFrameChg chg="mod modGraphic">
          <ac:chgData name="권 기일" userId="2ef98fef2c7306f1" providerId="LiveId" clId="{2865EC2C-EAF0-40F7-A7E2-4ED86B479988}" dt="2023-03-17T08:03:23.046" v="772" actId="14100"/>
          <ac:graphicFrameMkLst>
            <pc:docMk/>
            <pc:sldMk cId="3000489110" sldId="266"/>
            <ac:graphicFrameMk id="3" creationId="{1B942527-85B8-4C61-AF09-8B76149A33E9}"/>
          </ac:graphicFrameMkLst>
        </pc:graphicFrameChg>
        <pc:picChg chg="del">
          <ac:chgData name="권 기일" userId="2ef98fef2c7306f1" providerId="LiveId" clId="{2865EC2C-EAF0-40F7-A7E2-4ED86B479988}" dt="2023-03-17T07:53:40.483" v="198" actId="478"/>
          <ac:picMkLst>
            <pc:docMk/>
            <pc:sldMk cId="3000489110" sldId="266"/>
            <ac:picMk id="4" creationId="{DE96BABE-4D0F-40BE-9ADA-CBF111DDE71F}"/>
          </ac:picMkLst>
        </pc:picChg>
        <pc:picChg chg="add mod ord">
          <ac:chgData name="권 기일" userId="2ef98fef2c7306f1" providerId="LiveId" clId="{2865EC2C-EAF0-40F7-A7E2-4ED86B479988}" dt="2023-03-17T07:56:39.727" v="224" actId="167"/>
          <ac:picMkLst>
            <pc:docMk/>
            <pc:sldMk cId="3000489110" sldId="266"/>
            <ac:picMk id="11" creationId="{65D5EDB6-5C04-B2A5-152E-A1FA6D4589D3}"/>
          </ac:picMkLst>
        </pc:picChg>
      </pc:sldChg>
      <pc:sldChg chg="new del">
        <pc:chgData name="권 기일" userId="2ef98fef2c7306f1" providerId="LiveId" clId="{2865EC2C-EAF0-40F7-A7E2-4ED86B479988}" dt="2023-03-17T07:52:27.706" v="121" actId="47"/>
        <pc:sldMkLst>
          <pc:docMk/>
          <pc:sldMk cId="1074857602" sldId="267"/>
        </pc:sldMkLst>
      </pc:sldChg>
      <pc:sldChg chg="addSp delSp modSp new mod modClrScheme chgLayout">
        <pc:chgData name="권 기일" userId="2ef98fef2c7306f1" providerId="LiveId" clId="{2865EC2C-EAF0-40F7-A7E2-4ED86B479988}" dt="2023-03-20T04:48:32.930" v="8990" actId="20577"/>
        <pc:sldMkLst>
          <pc:docMk/>
          <pc:sldMk cId="1267309627" sldId="267"/>
        </pc:sldMkLst>
        <pc:spChg chg="del">
          <ac:chgData name="권 기일" userId="2ef98fef2c7306f1" providerId="LiveId" clId="{2865EC2C-EAF0-40F7-A7E2-4ED86B479988}" dt="2023-03-17T07:58:50.051" v="585" actId="700"/>
          <ac:spMkLst>
            <pc:docMk/>
            <pc:sldMk cId="1267309627" sldId="267"/>
            <ac:spMk id="2" creationId="{E559F4B2-31EC-3719-6FB4-5BFF27BB40C7}"/>
          </ac:spMkLst>
        </pc:spChg>
        <pc:spChg chg="del">
          <ac:chgData name="권 기일" userId="2ef98fef2c7306f1" providerId="LiveId" clId="{2865EC2C-EAF0-40F7-A7E2-4ED86B479988}" dt="2023-03-17T07:58:50.051" v="585" actId="700"/>
          <ac:spMkLst>
            <pc:docMk/>
            <pc:sldMk cId="1267309627" sldId="267"/>
            <ac:spMk id="3" creationId="{BCD2EA2D-CDF3-2082-25C0-7078CD2567B1}"/>
          </ac:spMkLst>
        </pc:spChg>
        <pc:spChg chg="add mod">
          <ac:chgData name="권 기일" userId="2ef98fef2c7306f1" providerId="LiveId" clId="{2865EC2C-EAF0-40F7-A7E2-4ED86B479988}" dt="2023-03-17T07:59:21.030" v="605" actId="1076"/>
          <ac:spMkLst>
            <pc:docMk/>
            <pc:sldMk cId="1267309627" sldId="267"/>
            <ac:spMk id="4" creationId="{5722B5EC-C259-FBC1-A7AD-C1702CF29CB4}"/>
          </ac:spMkLst>
        </pc:spChg>
        <pc:graphicFrameChg chg="add mod modGraphic">
          <ac:chgData name="권 기일" userId="2ef98fef2c7306f1" providerId="LiveId" clId="{2865EC2C-EAF0-40F7-A7E2-4ED86B479988}" dt="2023-03-20T04:48:32.930" v="8990" actId="20577"/>
          <ac:graphicFrameMkLst>
            <pc:docMk/>
            <pc:sldMk cId="1267309627" sldId="267"/>
            <ac:graphicFrameMk id="5" creationId="{BA6DFE06-F426-71E1-8A01-1D8127DFA67B}"/>
          </ac:graphicFrameMkLst>
        </pc:graphicFrameChg>
      </pc:sldChg>
      <pc:sldChg chg="delSp modSp add del mod">
        <pc:chgData name="권 기일" userId="2ef98fef2c7306f1" providerId="LiveId" clId="{2865EC2C-EAF0-40F7-A7E2-4ED86B479988}" dt="2023-03-17T07:52:11.936" v="119" actId="47"/>
        <pc:sldMkLst>
          <pc:docMk/>
          <pc:sldMk cId="4256421002" sldId="267"/>
        </pc:sldMkLst>
        <pc:spChg chg="mod">
          <ac:chgData name="권 기일" userId="2ef98fef2c7306f1" providerId="LiveId" clId="{2865EC2C-EAF0-40F7-A7E2-4ED86B479988}" dt="2023-03-17T07:52:00.686" v="115" actId="14100"/>
          <ac:spMkLst>
            <pc:docMk/>
            <pc:sldMk cId="4256421002" sldId="267"/>
            <ac:spMk id="2" creationId="{73393581-B328-43A8-8DD2-2C7194D5F3D3}"/>
          </ac:spMkLst>
        </pc:spChg>
        <pc:spChg chg="del">
          <ac:chgData name="권 기일" userId="2ef98fef2c7306f1" providerId="LiveId" clId="{2865EC2C-EAF0-40F7-A7E2-4ED86B479988}" dt="2023-03-17T07:52:03.523" v="116" actId="478"/>
          <ac:spMkLst>
            <pc:docMk/>
            <pc:sldMk cId="4256421002" sldId="267"/>
            <ac:spMk id="3" creationId="{C1AA4555-6058-832B-4523-5BD77DCE696C}"/>
          </ac:spMkLst>
        </pc:spChg>
        <pc:spChg chg="del">
          <ac:chgData name="권 기일" userId="2ef98fef2c7306f1" providerId="LiveId" clId="{2865EC2C-EAF0-40F7-A7E2-4ED86B479988}" dt="2023-03-17T07:52:04.289" v="117" actId="478"/>
          <ac:spMkLst>
            <pc:docMk/>
            <pc:sldMk cId="4256421002" sldId="267"/>
            <ac:spMk id="4" creationId="{3865E302-F216-1389-9FC5-E01EF333715C}"/>
          </ac:spMkLst>
        </pc:spChg>
        <pc:spChg chg="del">
          <ac:chgData name="권 기일" userId="2ef98fef2c7306f1" providerId="LiveId" clId="{2865EC2C-EAF0-40F7-A7E2-4ED86B479988}" dt="2023-03-17T07:52:04.820" v="118" actId="478"/>
          <ac:spMkLst>
            <pc:docMk/>
            <pc:sldMk cId="4256421002" sldId="267"/>
            <ac:spMk id="5" creationId="{B340496C-0A7E-A9A1-6686-B989AD31BB91}"/>
          </ac:spMkLst>
        </pc:spChg>
      </pc:sldChg>
      <pc:sldChg chg="addSp delSp modSp add mod">
        <pc:chgData name="권 기일" userId="2ef98fef2c7306f1" providerId="LiveId" clId="{2865EC2C-EAF0-40F7-A7E2-4ED86B479988}" dt="2023-03-20T04:49:22.497" v="9010"/>
        <pc:sldMkLst>
          <pc:docMk/>
          <pc:sldMk cId="2848631590" sldId="268"/>
        </pc:sldMkLst>
        <pc:spChg chg="mod">
          <ac:chgData name="권 기일" userId="2ef98fef2c7306f1" providerId="LiveId" clId="{2865EC2C-EAF0-40F7-A7E2-4ED86B479988}" dt="2023-03-17T09:56:57.425" v="6054"/>
          <ac:spMkLst>
            <pc:docMk/>
            <pc:sldMk cId="2848631590" sldId="268"/>
            <ac:spMk id="2" creationId="{1947B415-DD4E-4616-8F55-00B20434FD03}"/>
          </ac:spMkLst>
        </pc:spChg>
        <pc:spChg chg="add mod">
          <ac:chgData name="권 기일" userId="2ef98fef2c7306f1" providerId="LiveId" clId="{2865EC2C-EAF0-40F7-A7E2-4ED86B479988}" dt="2023-03-20T04:49:22.497" v="9010"/>
          <ac:spMkLst>
            <pc:docMk/>
            <pc:sldMk cId="2848631590" sldId="268"/>
            <ac:spMk id="5" creationId="{20FDD0FC-E0DB-29BE-1282-9B05AE2258D9}"/>
          </ac:spMkLst>
        </pc:spChg>
        <pc:spChg chg="del">
          <ac:chgData name="권 기일" userId="2ef98fef2c7306f1" providerId="LiveId" clId="{2865EC2C-EAF0-40F7-A7E2-4ED86B479988}" dt="2023-03-17T09:57:00.859" v="6055" actId="478"/>
          <ac:spMkLst>
            <pc:docMk/>
            <pc:sldMk cId="2848631590" sldId="268"/>
            <ac:spMk id="6" creationId="{4AAB865D-8067-C195-7951-57CC7B77818F}"/>
          </ac:spMkLst>
        </pc:spChg>
        <pc:spChg chg="add mod">
          <ac:chgData name="권 기일" userId="2ef98fef2c7306f1" providerId="LiveId" clId="{2865EC2C-EAF0-40F7-A7E2-4ED86B479988}" dt="2023-03-20T04:49:22.497" v="9010"/>
          <ac:spMkLst>
            <pc:docMk/>
            <pc:sldMk cId="2848631590" sldId="268"/>
            <ac:spMk id="6" creationId="{E7085154-333B-20CA-9AC2-8A76B74BCF7B}"/>
          </ac:spMkLst>
        </pc:spChg>
        <pc:spChg chg="add mod">
          <ac:chgData name="권 기일" userId="2ef98fef2c7306f1" providerId="LiveId" clId="{2865EC2C-EAF0-40F7-A7E2-4ED86B479988}" dt="2023-03-17T09:58:29.226" v="6072" actId="1036"/>
          <ac:spMkLst>
            <pc:docMk/>
            <pc:sldMk cId="2848631590" sldId="268"/>
            <ac:spMk id="10" creationId="{F0026F8B-4FBF-ACCE-9933-A542AD9DA403}"/>
          </ac:spMkLst>
        </pc:spChg>
        <pc:spChg chg="add mod">
          <ac:chgData name="권 기일" userId="2ef98fef2c7306f1" providerId="LiveId" clId="{2865EC2C-EAF0-40F7-A7E2-4ED86B479988}" dt="2023-03-17T09:58:47.186" v="6074" actId="1076"/>
          <ac:spMkLst>
            <pc:docMk/>
            <pc:sldMk cId="2848631590" sldId="268"/>
            <ac:spMk id="11" creationId="{F31BF4F6-E402-AB27-1CB2-9AEAE34A169A}"/>
          </ac:spMkLst>
        </pc:spChg>
        <pc:spChg chg="add del mod">
          <ac:chgData name="권 기일" userId="2ef98fef2c7306f1" providerId="LiveId" clId="{2865EC2C-EAF0-40F7-A7E2-4ED86B479988}" dt="2023-03-17T09:59:46.366" v="6258" actId="478"/>
          <ac:spMkLst>
            <pc:docMk/>
            <pc:sldMk cId="2848631590" sldId="268"/>
            <ac:spMk id="12" creationId="{8F33AC4F-A898-15FB-48AC-08F8BA77BE0D}"/>
          </ac:spMkLst>
        </pc:spChg>
        <pc:spChg chg="del">
          <ac:chgData name="권 기일" userId="2ef98fef2c7306f1" providerId="LiveId" clId="{2865EC2C-EAF0-40F7-A7E2-4ED86B479988}" dt="2023-03-17T09:57:00.859" v="6055" actId="478"/>
          <ac:spMkLst>
            <pc:docMk/>
            <pc:sldMk cId="2848631590" sldId="268"/>
            <ac:spMk id="21" creationId="{4DAE18AD-D0D7-03EE-A25E-30070E4466CA}"/>
          </ac:spMkLst>
        </pc:spChg>
        <pc:graphicFrameChg chg="mod modGraphic">
          <ac:chgData name="권 기일" userId="2ef98fef2c7306f1" providerId="LiveId" clId="{2865EC2C-EAF0-40F7-A7E2-4ED86B479988}" dt="2023-03-17T09:59:29.105" v="6255"/>
          <ac:graphicFrameMkLst>
            <pc:docMk/>
            <pc:sldMk cId="2848631590" sldId="268"/>
            <ac:graphicFrameMk id="4" creationId="{6E32B779-4D6E-436C-BD33-2E6535904C3A}"/>
          </ac:graphicFrameMkLst>
        </pc:graphicFrameChg>
        <pc:picChg chg="add del mod">
          <ac:chgData name="권 기일" userId="2ef98fef2c7306f1" providerId="LiveId" clId="{2865EC2C-EAF0-40F7-A7E2-4ED86B479988}" dt="2023-03-20T04:08:25.997" v="6278" actId="21"/>
          <ac:picMkLst>
            <pc:docMk/>
            <pc:sldMk cId="2848631590" sldId="268"/>
            <ac:picMk id="3" creationId="{A2C2669D-9506-06C0-A741-E93F1A1A7BCA}"/>
          </ac:picMkLst>
        </pc:picChg>
        <pc:picChg chg="del">
          <ac:chgData name="권 기일" userId="2ef98fef2c7306f1" providerId="LiveId" clId="{2865EC2C-EAF0-40F7-A7E2-4ED86B479988}" dt="2023-03-17T09:57:00.859" v="6055" actId="478"/>
          <ac:picMkLst>
            <pc:docMk/>
            <pc:sldMk cId="2848631590" sldId="268"/>
            <ac:picMk id="5" creationId="{87A55C08-5198-F267-B425-1559B80CA546}"/>
          </ac:picMkLst>
        </pc:picChg>
        <pc:picChg chg="add del mod">
          <ac:chgData name="권 기일" userId="2ef98fef2c7306f1" providerId="LiveId" clId="{2865EC2C-EAF0-40F7-A7E2-4ED86B479988}" dt="2023-03-17T09:57:40.278" v="6057" actId="21"/>
          <ac:picMkLst>
            <pc:docMk/>
            <pc:sldMk cId="2848631590" sldId="268"/>
            <ac:picMk id="8" creationId="{BDA6C614-4098-19DE-64EF-E5F85DAF413E}"/>
          </ac:picMkLst>
        </pc:picChg>
        <pc:picChg chg="add del mod">
          <ac:chgData name="권 기일" userId="2ef98fef2c7306f1" providerId="LiveId" clId="{2865EC2C-EAF0-40F7-A7E2-4ED86B479988}" dt="2023-03-17T09:59:47.512" v="6259" actId="478"/>
          <ac:picMkLst>
            <pc:docMk/>
            <pc:sldMk cId="2848631590" sldId="268"/>
            <ac:picMk id="9" creationId="{7C2B89E8-14A0-A8AA-413E-6418303398FD}"/>
          </ac:picMkLst>
        </pc:picChg>
        <pc:picChg chg="add mod ord">
          <ac:chgData name="권 기일" userId="2ef98fef2c7306f1" providerId="LiveId" clId="{2865EC2C-EAF0-40F7-A7E2-4ED86B479988}" dt="2023-03-20T04:06:02.660" v="6268" actId="1037"/>
          <ac:picMkLst>
            <pc:docMk/>
            <pc:sldMk cId="2848631590" sldId="268"/>
            <ac:picMk id="14" creationId="{630E29F5-0FD3-3C21-853D-4FA35957DDF2}"/>
          </ac:picMkLst>
        </pc:picChg>
        <pc:picChg chg="del">
          <ac:chgData name="권 기일" userId="2ef98fef2c7306f1" providerId="LiveId" clId="{2865EC2C-EAF0-40F7-A7E2-4ED86B479988}" dt="2023-03-17T09:57:00.859" v="6055" actId="478"/>
          <ac:picMkLst>
            <pc:docMk/>
            <pc:sldMk cId="2848631590" sldId="268"/>
            <ac:picMk id="20" creationId="{34DF380A-051F-AFAC-F20C-6611B0636BDC}"/>
          </ac:picMkLst>
        </pc:picChg>
        <pc:cxnChg chg="del">
          <ac:chgData name="권 기일" userId="2ef98fef2c7306f1" providerId="LiveId" clId="{2865EC2C-EAF0-40F7-A7E2-4ED86B479988}" dt="2023-03-17T09:57:00.859" v="6055" actId="478"/>
          <ac:cxnSpMkLst>
            <pc:docMk/>
            <pc:sldMk cId="2848631590" sldId="268"/>
            <ac:cxnSpMk id="7" creationId="{912151A0-4C6F-0228-07C2-9842A26D4305}"/>
          </ac:cxnSpMkLst>
        </pc:cxnChg>
      </pc:sldChg>
      <pc:sldChg chg="addSp delSp modSp add mod">
        <pc:chgData name="권 기일" userId="2ef98fef2c7306f1" providerId="LiveId" clId="{2865EC2C-EAF0-40F7-A7E2-4ED86B479988}" dt="2023-03-20T04:49:26.209" v="9011"/>
        <pc:sldMkLst>
          <pc:docMk/>
          <pc:sldMk cId="2910950966" sldId="269"/>
        </pc:sldMkLst>
        <pc:spChg chg="mod">
          <ac:chgData name="권 기일" userId="2ef98fef2c7306f1" providerId="LiveId" clId="{2865EC2C-EAF0-40F7-A7E2-4ED86B479988}" dt="2023-03-20T04:31:14.971" v="7662" actId="20577"/>
          <ac:spMkLst>
            <pc:docMk/>
            <pc:sldMk cId="2910950966" sldId="269"/>
            <ac:spMk id="2" creationId="{1947B415-DD4E-4616-8F55-00B20434FD03}"/>
          </ac:spMkLst>
        </pc:spChg>
        <pc:spChg chg="add mod">
          <ac:chgData name="권 기일" userId="2ef98fef2c7306f1" providerId="LiveId" clId="{2865EC2C-EAF0-40F7-A7E2-4ED86B479988}" dt="2023-03-20T04:11:06.659" v="6444" actId="164"/>
          <ac:spMkLst>
            <pc:docMk/>
            <pc:sldMk cId="2910950966" sldId="269"/>
            <ac:spMk id="7" creationId="{447DB5A1-98F0-C6FA-B871-32A8BC70E18D}"/>
          </ac:spMkLst>
        </pc:spChg>
        <pc:spChg chg="add mod">
          <ac:chgData name="권 기일" userId="2ef98fef2c7306f1" providerId="LiveId" clId="{2865EC2C-EAF0-40F7-A7E2-4ED86B479988}" dt="2023-03-20T04:12:56.147" v="6463" actId="255"/>
          <ac:spMkLst>
            <pc:docMk/>
            <pc:sldMk cId="2910950966" sldId="269"/>
            <ac:spMk id="8" creationId="{3FF5530E-F39F-DCBD-9055-0F65B7B00625}"/>
          </ac:spMkLst>
        </pc:spChg>
        <pc:spChg chg="mod">
          <ac:chgData name="권 기일" userId="2ef98fef2c7306f1" providerId="LiveId" clId="{2865EC2C-EAF0-40F7-A7E2-4ED86B479988}" dt="2023-03-20T04:11:06.659" v="6444" actId="164"/>
          <ac:spMkLst>
            <pc:docMk/>
            <pc:sldMk cId="2910950966" sldId="269"/>
            <ac:spMk id="10" creationId="{F0026F8B-4FBF-ACCE-9933-A542AD9DA403}"/>
          </ac:spMkLst>
        </pc:spChg>
        <pc:spChg chg="mod">
          <ac:chgData name="권 기일" userId="2ef98fef2c7306f1" providerId="LiveId" clId="{2865EC2C-EAF0-40F7-A7E2-4ED86B479988}" dt="2023-03-20T04:12:50.485" v="6462" actId="255"/>
          <ac:spMkLst>
            <pc:docMk/>
            <pc:sldMk cId="2910950966" sldId="269"/>
            <ac:spMk id="11" creationId="{F31BF4F6-E402-AB27-1CB2-9AEAE34A169A}"/>
          </ac:spMkLst>
        </pc:spChg>
        <pc:spChg chg="add mod">
          <ac:chgData name="권 기일" userId="2ef98fef2c7306f1" providerId="LiveId" clId="{2865EC2C-EAF0-40F7-A7E2-4ED86B479988}" dt="2023-03-20T04:49:26.209" v="9011"/>
          <ac:spMkLst>
            <pc:docMk/>
            <pc:sldMk cId="2910950966" sldId="269"/>
            <ac:spMk id="21" creationId="{8200C24F-4AC9-B2B1-5633-B6B81A78C400}"/>
          </ac:spMkLst>
        </pc:spChg>
        <pc:spChg chg="add mod">
          <ac:chgData name="권 기일" userId="2ef98fef2c7306f1" providerId="LiveId" clId="{2865EC2C-EAF0-40F7-A7E2-4ED86B479988}" dt="2023-03-20T04:49:26.209" v="9011"/>
          <ac:spMkLst>
            <pc:docMk/>
            <pc:sldMk cId="2910950966" sldId="269"/>
            <ac:spMk id="22" creationId="{8219207B-B609-8138-172B-B8BAA080BACB}"/>
          </ac:spMkLst>
        </pc:spChg>
        <pc:grpChg chg="add mod">
          <ac:chgData name="권 기일" userId="2ef98fef2c7306f1" providerId="LiveId" clId="{2865EC2C-EAF0-40F7-A7E2-4ED86B479988}" dt="2023-03-20T04:14:15.288" v="6473" actId="14100"/>
          <ac:grpSpMkLst>
            <pc:docMk/>
            <pc:sldMk cId="2910950966" sldId="269"/>
            <ac:grpSpMk id="9" creationId="{A7D28ACD-D61C-CF69-E7F6-D4919CDF07A1}"/>
          </ac:grpSpMkLst>
        </pc:grpChg>
        <pc:graphicFrameChg chg="mod modGraphic">
          <ac:chgData name="권 기일" userId="2ef98fef2c7306f1" providerId="LiveId" clId="{2865EC2C-EAF0-40F7-A7E2-4ED86B479988}" dt="2023-03-20T04:10:58.492" v="6443"/>
          <ac:graphicFrameMkLst>
            <pc:docMk/>
            <pc:sldMk cId="2910950966" sldId="269"/>
            <ac:graphicFrameMk id="4" creationId="{6E32B779-4D6E-436C-BD33-2E6535904C3A}"/>
          </ac:graphicFrameMkLst>
        </pc:graphicFrameChg>
        <pc:picChg chg="add del mod ord">
          <ac:chgData name="권 기일" userId="2ef98fef2c7306f1" providerId="LiveId" clId="{2865EC2C-EAF0-40F7-A7E2-4ED86B479988}" dt="2023-03-20T04:08:15.324" v="6275" actId="21"/>
          <ac:picMkLst>
            <pc:docMk/>
            <pc:sldMk cId="2910950966" sldId="269"/>
            <ac:picMk id="5" creationId="{55F6FD2E-F699-F6FB-FDAC-C62FCAC415F8}"/>
          </ac:picMkLst>
        </pc:picChg>
        <pc:picChg chg="add mod ord">
          <ac:chgData name="권 기일" userId="2ef98fef2c7306f1" providerId="LiveId" clId="{2865EC2C-EAF0-40F7-A7E2-4ED86B479988}" dt="2023-03-20T04:11:06.659" v="6444" actId="164"/>
          <ac:picMkLst>
            <pc:docMk/>
            <pc:sldMk cId="2910950966" sldId="269"/>
            <ac:picMk id="6" creationId="{3DE8952D-B1C5-424E-1588-1C01FA8CE84F}"/>
          </ac:picMkLst>
        </pc:picChg>
        <pc:picChg chg="add mod">
          <ac:chgData name="권 기일" userId="2ef98fef2c7306f1" providerId="LiveId" clId="{2865EC2C-EAF0-40F7-A7E2-4ED86B479988}" dt="2023-03-20T04:14:17.498" v="6474" actId="14100"/>
          <ac:picMkLst>
            <pc:docMk/>
            <pc:sldMk cId="2910950966" sldId="269"/>
            <ac:picMk id="13" creationId="{B8FB1A4E-F3FD-D7C6-36B9-CDE9725FF94E}"/>
          </ac:picMkLst>
        </pc:picChg>
        <pc:picChg chg="del">
          <ac:chgData name="권 기일" userId="2ef98fef2c7306f1" providerId="LiveId" clId="{2865EC2C-EAF0-40F7-A7E2-4ED86B479988}" dt="2023-03-20T04:08:01.020" v="6270" actId="478"/>
          <ac:picMkLst>
            <pc:docMk/>
            <pc:sldMk cId="2910950966" sldId="269"/>
            <ac:picMk id="14" creationId="{630E29F5-0FD3-3C21-853D-4FA35957DDF2}"/>
          </ac:picMkLst>
        </pc:picChg>
        <pc:picChg chg="add del mod">
          <ac:chgData name="권 기일" userId="2ef98fef2c7306f1" providerId="LiveId" clId="{2865EC2C-EAF0-40F7-A7E2-4ED86B479988}" dt="2023-03-20T04:14:06.686" v="6471" actId="478"/>
          <ac:picMkLst>
            <pc:docMk/>
            <pc:sldMk cId="2910950966" sldId="269"/>
            <ac:picMk id="20" creationId="{D8973C82-308B-592C-EA18-A5CB728EE2F7}"/>
          </ac:picMkLst>
        </pc:picChg>
        <pc:cxnChg chg="add mod">
          <ac:chgData name="권 기일" userId="2ef98fef2c7306f1" providerId="LiveId" clId="{2865EC2C-EAF0-40F7-A7E2-4ED86B479988}" dt="2023-03-20T04:12:34.501" v="6461" actId="1076"/>
          <ac:cxnSpMkLst>
            <pc:docMk/>
            <pc:sldMk cId="2910950966" sldId="269"/>
            <ac:cxnSpMk id="15" creationId="{FF2C6FB3-0B0C-D801-80CD-BFF39F46D452}"/>
          </ac:cxnSpMkLst>
        </pc:cxnChg>
        <pc:cxnChg chg="add del mod">
          <ac:chgData name="권 기일" userId="2ef98fef2c7306f1" providerId="LiveId" clId="{2865EC2C-EAF0-40F7-A7E2-4ED86B479988}" dt="2023-03-20T04:14:07.771" v="6472" actId="478"/>
          <ac:cxnSpMkLst>
            <pc:docMk/>
            <pc:sldMk cId="2910950966" sldId="269"/>
            <ac:cxnSpMk id="17" creationId="{457D27B2-D4AA-2A71-B06A-2B4B348AF56A}"/>
          </ac:cxnSpMkLst>
        </pc:cxnChg>
      </pc:sldChg>
      <pc:sldChg chg="addSp delSp modSp add mod">
        <pc:chgData name="권 기일" userId="2ef98fef2c7306f1" providerId="LiveId" clId="{2865EC2C-EAF0-40F7-A7E2-4ED86B479988}" dt="2023-03-20T04:49:27.572" v="9012"/>
        <pc:sldMkLst>
          <pc:docMk/>
          <pc:sldMk cId="2060832629" sldId="270"/>
        </pc:sldMkLst>
        <pc:spChg chg="mod">
          <ac:chgData name="권 기일" userId="2ef98fef2c7306f1" providerId="LiveId" clId="{2865EC2C-EAF0-40F7-A7E2-4ED86B479988}" dt="2023-03-20T04:31:21.415" v="7686" actId="20577"/>
          <ac:spMkLst>
            <pc:docMk/>
            <pc:sldMk cId="2060832629" sldId="270"/>
            <ac:spMk id="2" creationId="{1947B415-DD4E-4616-8F55-00B20434FD03}"/>
          </ac:spMkLst>
        </pc:spChg>
        <pc:spChg chg="add mod">
          <ac:chgData name="권 기일" userId="2ef98fef2c7306f1" providerId="LiveId" clId="{2865EC2C-EAF0-40F7-A7E2-4ED86B479988}" dt="2023-03-20T04:14:51.437" v="6485" actId="1076"/>
          <ac:spMkLst>
            <pc:docMk/>
            <pc:sldMk cId="2060832629" sldId="270"/>
            <ac:spMk id="7" creationId="{FAD0BD60-C1A4-874D-F72E-E6C32ADF5E15}"/>
          </ac:spMkLst>
        </pc:spChg>
        <pc:spChg chg="add mod">
          <ac:chgData name="권 기일" userId="2ef98fef2c7306f1" providerId="LiveId" clId="{2865EC2C-EAF0-40F7-A7E2-4ED86B479988}" dt="2023-03-20T04:15:05.978" v="6487" actId="1076"/>
          <ac:spMkLst>
            <pc:docMk/>
            <pc:sldMk cId="2060832629" sldId="270"/>
            <ac:spMk id="8" creationId="{B5C173D8-C7AC-7104-36C5-A6B2475F3244}"/>
          </ac:spMkLst>
        </pc:spChg>
        <pc:spChg chg="add mod">
          <ac:chgData name="권 기일" userId="2ef98fef2c7306f1" providerId="LiveId" clId="{2865EC2C-EAF0-40F7-A7E2-4ED86B479988}" dt="2023-03-20T04:15:58.531" v="6501" actId="14100"/>
          <ac:spMkLst>
            <pc:docMk/>
            <pc:sldMk cId="2060832629" sldId="270"/>
            <ac:spMk id="9" creationId="{3464C5CB-3934-E8C7-E35E-19EAE4C06225}"/>
          </ac:spMkLst>
        </pc:spChg>
        <pc:spChg chg="del">
          <ac:chgData name="권 기일" userId="2ef98fef2c7306f1" providerId="LiveId" clId="{2865EC2C-EAF0-40F7-A7E2-4ED86B479988}" dt="2023-03-20T04:14:23.949" v="6476" actId="478"/>
          <ac:spMkLst>
            <pc:docMk/>
            <pc:sldMk cId="2060832629" sldId="270"/>
            <ac:spMk id="10" creationId="{F0026F8B-4FBF-ACCE-9933-A542AD9DA403}"/>
          </ac:spMkLst>
        </pc:spChg>
        <pc:spChg chg="del">
          <ac:chgData name="권 기일" userId="2ef98fef2c7306f1" providerId="LiveId" clId="{2865EC2C-EAF0-40F7-A7E2-4ED86B479988}" dt="2023-03-20T04:14:25.367" v="6477" actId="478"/>
          <ac:spMkLst>
            <pc:docMk/>
            <pc:sldMk cId="2060832629" sldId="270"/>
            <ac:spMk id="11" creationId="{F31BF4F6-E402-AB27-1CB2-9AEAE34A169A}"/>
          </ac:spMkLst>
        </pc:spChg>
        <pc:spChg chg="add mod">
          <ac:chgData name="권 기일" userId="2ef98fef2c7306f1" providerId="LiveId" clId="{2865EC2C-EAF0-40F7-A7E2-4ED86B479988}" dt="2023-03-20T04:15:48.507" v="6498" actId="20577"/>
          <ac:spMkLst>
            <pc:docMk/>
            <pc:sldMk cId="2060832629" sldId="270"/>
            <ac:spMk id="12" creationId="{012D66F3-6BB8-CE57-16C3-06C369D65DCB}"/>
          </ac:spMkLst>
        </pc:spChg>
        <pc:spChg chg="add mod">
          <ac:chgData name="권 기일" userId="2ef98fef2c7306f1" providerId="LiveId" clId="{2865EC2C-EAF0-40F7-A7E2-4ED86B479988}" dt="2023-03-20T04:16:08.625" v="6505" actId="1076"/>
          <ac:spMkLst>
            <pc:docMk/>
            <pc:sldMk cId="2060832629" sldId="270"/>
            <ac:spMk id="13" creationId="{A3262E01-632E-D9C2-54E5-5AC5A5BE9993}"/>
          </ac:spMkLst>
        </pc:spChg>
        <pc:spChg chg="add mod">
          <ac:chgData name="권 기일" userId="2ef98fef2c7306f1" providerId="LiveId" clId="{2865EC2C-EAF0-40F7-A7E2-4ED86B479988}" dt="2023-03-20T04:16:14.365" v="6508" actId="20577"/>
          <ac:spMkLst>
            <pc:docMk/>
            <pc:sldMk cId="2060832629" sldId="270"/>
            <ac:spMk id="14" creationId="{45BA410C-FCEC-F6A6-C0DD-4A41B77FDDEA}"/>
          </ac:spMkLst>
        </pc:spChg>
        <pc:spChg chg="add mod">
          <ac:chgData name="권 기일" userId="2ef98fef2c7306f1" providerId="LiveId" clId="{2865EC2C-EAF0-40F7-A7E2-4ED86B479988}" dt="2023-03-20T04:25:54.163" v="7299" actId="14100"/>
          <ac:spMkLst>
            <pc:docMk/>
            <pc:sldMk cId="2060832629" sldId="270"/>
            <ac:spMk id="15" creationId="{C116748E-F681-9A79-32E1-59B67A1A1563}"/>
          </ac:spMkLst>
        </pc:spChg>
        <pc:spChg chg="add mod">
          <ac:chgData name="권 기일" userId="2ef98fef2c7306f1" providerId="LiveId" clId="{2865EC2C-EAF0-40F7-A7E2-4ED86B479988}" dt="2023-03-20T04:26:04.914" v="7302" actId="20577"/>
          <ac:spMkLst>
            <pc:docMk/>
            <pc:sldMk cId="2060832629" sldId="270"/>
            <ac:spMk id="16" creationId="{5B823D1C-55F9-9588-99C1-BE961C089691}"/>
          </ac:spMkLst>
        </pc:spChg>
        <pc:spChg chg="add mod">
          <ac:chgData name="권 기일" userId="2ef98fef2c7306f1" providerId="LiveId" clId="{2865EC2C-EAF0-40F7-A7E2-4ED86B479988}" dt="2023-03-20T04:49:27.572" v="9012"/>
          <ac:spMkLst>
            <pc:docMk/>
            <pc:sldMk cId="2060832629" sldId="270"/>
            <ac:spMk id="17" creationId="{4BDB0ADC-D70F-D8FD-0FFB-3E586C582D92}"/>
          </ac:spMkLst>
        </pc:spChg>
        <pc:spChg chg="add mod">
          <ac:chgData name="권 기일" userId="2ef98fef2c7306f1" providerId="LiveId" clId="{2865EC2C-EAF0-40F7-A7E2-4ED86B479988}" dt="2023-03-20T04:49:27.572" v="9012"/>
          <ac:spMkLst>
            <pc:docMk/>
            <pc:sldMk cId="2060832629" sldId="270"/>
            <ac:spMk id="18" creationId="{AF5832FB-104F-9D73-72DB-4F835DB2EEC7}"/>
          </ac:spMkLst>
        </pc:spChg>
        <pc:graphicFrameChg chg="mod modGraphic">
          <ac:chgData name="권 기일" userId="2ef98fef2c7306f1" providerId="LiveId" clId="{2865EC2C-EAF0-40F7-A7E2-4ED86B479988}" dt="2023-03-20T04:27:07.783" v="7342"/>
          <ac:graphicFrameMkLst>
            <pc:docMk/>
            <pc:sldMk cId="2060832629" sldId="270"/>
            <ac:graphicFrameMk id="4" creationId="{6E32B779-4D6E-436C-BD33-2E6535904C3A}"/>
          </ac:graphicFrameMkLst>
        </pc:graphicFrameChg>
        <pc:picChg chg="add mod">
          <ac:chgData name="권 기일" userId="2ef98fef2c7306f1" providerId="LiveId" clId="{2865EC2C-EAF0-40F7-A7E2-4ED86B479988}" dt="2023-03-20T04:15:28.215" v="6492" actId="1076"/>
          <ac:picMkLst>
            <pc:docMk/>
            <pc:sldMk cId="2060832629" sldId="270"/>
            <ac:picMk id="5" creationId="{8EA1795D-289E-C018-2AE6-AD4044BD543D}"/>
          </ac:picMkLst>
        </pc:picChg>
        <pc:picChg chg="del">
          <ac:chgData name="권 기일" userId="2ef98fef2c7306f1" providerId="LiveId" clId="{2865EC2C-EAF0-40F7-A7E2-4ED86B479988}" dt="2023-03-20T04:14:21.979" v="6475" actId="478"/>
          <ac:picMkLst>
            <pc:docMk/>
            <pc:sldMk cId="2060832629" sldId="270"/>
            <ac:picMk id="6" creationId="{3DE8952D-B1C5-424E-1588-1C01FA8CE84F}"/>
          </ac:picMkLst>
        </pc:picChg>
      </pc:sldChg>
      <pc:sldChg chg="addSp delSp modSp add mod">
        <pc:chgData name="권 기일" userId="2ef98fef2c7306f1" providerId="LiveId" clId="{2865EC2C-EAF0-40F7-A7E2-4ED86B479988}" dt="2023-03-20T04:49:28.801" v="9013"/>
        <pc:sldMkLst>
          <pc:docMk/>
          <pc:sldMk cId="2701585709" sldId="271"/>
        </pc:sldMkLst>
        <pc:spChg chg="mod">
          <ac:chgData name="권 기일" userId="2ef98fef2c7306f1" providerId="LiveId" clId="{2865EC2C-EAF0-40F7-A7E2-4ED86B479988}" dt="2023-03-20T04:31:32.323" v="7732"/>
          <ac:spMkLst>
            <pc:docMk/>
            <pc:sldMk cId="2701585709" sldId="271"/>
            <ac:spMk id="2" creationId="{1947B415-DD4E-4616-8F55-00B20434FD03}"/>
          </ac:spMkLst>
        </pc:spChg>
        <pc:spChg chg="del">
          <ac:chgData name="권 기일" userId="2ef98fef2c7306f1" providerId="LiveId" clId="{2865EC2C-EAF0-40F7-A7E2-4ED86B479988}" dt="2023-03-20T04:27:15.328" v="7344" actId="478"/>
          <ac:spMkLst>
            <pc:docMk/>
            <pc:sldMk cId="2701585709" sldId="271"/>
            <ac:spMk id="7" creationId="{FAD0BD60-C1A4-874D-F72E-E6C32ADF5E15}"/>
          </ac:spMkLst>
        </pc:spChg>
        <pc:spChg chg="del">
          <ac:chgData name="권 기일" userId="2ef98fef2c7306f1" providerId="LiveId" clId="{2865EC2C-EAF0-40F7-A7E2-4ED86B479988}" dt="2023-03-20T04:27:15.328" v="7344" actId="478"/>
          <ac:spMkLst>
            <pc:docMk/>
            <pc:sldMk cId="2701585709" sldId="271"/>
            <ac:spMk id="8" creationId="{B5C173D8-C7AC-7104-36C5-A6B2475F3244}"/>
          </ac:spMkLst>
        </pc:spChg>
        <pc:spChg chg="del">
          <ac:chgData name="권 기일" userId="2ef98fef2c7306f1" providerId="LiveId" clId="{2865EC2C-EAF0-40F7-A7E2-4ED86B479988}" dt="2023-03-20T04:27:15.328" v="7344" actId="478"/>
          <ac:spMkLst>
            <pc:docMk/>
            <pc:sldMk cId="2701585709" sldId="271"/>
            <ac:spMk id="9" creationId="{3464C5CB-3934-E8C7-E35E-19EAE4C06225}"/>
          </ac:spMkLst>
        </pc:spChg>
        <pc:spChg chg="del">
          <ac:chgData name="권 기일" userId="2ef98fef2c7306f1" providerId="LiveId" clId="{2865EC2C-EAF0-40F7-A7E2-4ED86B479988}" dt="2023-03-20T04:27:15.328" v="7344" actId="478"/>
          <ac:spMkLst>
            <pc:docMk/>
            <pc:sldMk cId="2701585709" sldId="271"/>
            <ac:spMk id="12" creationId="{012D66F3-6BB8-CE57-16C3-06C369D65DCB}"/>
          </ac:spMkLst>
        </pc:spChg>
        <pc:spChg chg="del">
          <ac:chgData name="권 기일" userId="2ef98fef2c7306f1" providerId="LiveId" clId="{2865EC2C-EAF0-40F7-A7E2-4ED86B479988}" dt="2023-03-20T04:27:15.328" v="7344" actId="478"/>
          <ac:spMkLst>
            <pc:docMk/>
            <pc:sldMk cId="2701585709" sldId="271"/>
            <ac:spMk id="13" creationId="{A3262E01-632E-D9C2-54E5-5AC5A5BE9993}"/>
          </ac:spMkLst>
        </pc:spChg>
        <pc:spChg chg="del">
          <ac:chgData name="권 기일" userId="2ef98fef2c7306f1" providerId="LiveId" clId="{2865EC2C-EAF0-40F7-A7E2-4ED86B479988}" dt="2023-03-20T04:27:15.328" v="7344" actId="478"/>
          <ac:spMkLst>
            <pc:docMk/>
            <pc:sldMk cId="2701585709" sldId="271"/>
            <ac:spMk id="14" creationId="{45BA410C-FCEC-F6A6-C0DD-4A41B77FDDEA}"/>
          </ac:spMkLst>
        </pc:spChg>
        <pc:spChg chg="del">
          <ac:chgData name="권 기일" userId="2ef98fef2c7306f1" providerId="LiveId" clId="{2865EC2C-EAF0-40F7-A7E2-4ED86B479988}" dt="2023-03-20T04:27:15.328" v="7344" actId="478"/>
          <ac:spMkLst>
            <pc:docMk/>
            <pc:sldMk cId="2701585709" sldId="271"/>
            <ac:spMk id="15" creationId="{C116748E-F681-9A79-32E1-59B67A1A1563}"/>
          </ac:spMkLst>
        </pc:spChg>
        <pc:spChg chg="del">
          <ac:chgData name="권 기일" userId="2ef98fef2c7306f1" providerId="LiveId" clId="{2865EC2C-EAF0-40F7-A7E2-4ED86B479988}" dt="2023-03-20T04:27:15.328" v="7344" actId="478"/>
          <ac:spMkLst>
            <pc:docMk/>
            <pc:sldMk cId="2701585709" sldId="271"/>
            <ac:spMk id="16" creationId="{5B823D1C-55F9-9588-99C1-BE961C089691}"/>
          </ac:spMkLst>
        </pc:spChg>
        <pc:spChg chg="add mod">
          <ac:chgData name="권 기일" userId="2ef98fef2c7306f1" providerId="LiveId" clId="{2865EC2C-EAF0-40F7-A7E2-4ED86B479988}" dt="2023-03-20T04:29:16.130" v="7360" actId="14100"/>
          <ac:spMkLst>
            <pc:docMk/>
            <pc:sldMk cId="2701585709" sldId="271"/>
            <ac:spMk id="17" creationId="{2D96009F-419E-51D0-6CE2-7C02B8DA4DB0}"/>
          </ac:spMkLst>
        </pc:spChg>
        <pc:spChg chg="add mod">
          <ac:chgData name="권 기일" userId="2ef98fef2c7306f1" providerId="LiveId" clId="{2865EC2C-EAF0-40F7-A7E2-4ED86B479988}" dt="2023-03-20T04:30:22.570" v="7601" actId="1076"/>
          <ac:spMkLst>
            <pc:docMk/>
            <pc:sldMk cId="2701585709" sldId="271"/>
            <ac:spMk id="18" creationId="{45DBF25C-B982-2F6C-B63B-6FBB5AEACA83}"/>
          </ac:spMkLst>
        </pc:spChg>
        <pc:spChg chg="add mod">
          <ac:chgData name="권 기일" userId="2ef98fef2c7306f1" providerId="LiveId" clId="{2865EC2C-EAF0-40F7-A7E2-4ED86B479988}" dt="2023-03-20T04:30:32.383" v="7603" actId="1076"/>
          <ac:spMkLst>
            <pc:docMk/>
            <pc:sldMk cId="2701585709" sldId="271"/>
            <ac:spMk id="19" creationId="{EB9625E8-1BDB-3215-1CE2-16B0D8062794}"/>
          </ac:spMkLst>
        </pc:spChg>
        <pc:spChg chg="add mod">
          <ac:chgData name="권 기일" userId="2ef98fef2c7306f1" providerId="LiveId" clId="{2865EC2C-EAF0-40F7-A7E2-4ED86B479988}" dt="2023-03-20T04:30:42.077" v="7605" actId="1076"/>
          <ac:spMkLst>
            <pc:docMk/>
            <pc:sldMk cId="2701585709" sldId="271"/>
            <ac:spMk id="20" creationId="{64A1A393-7338-0A0F-E17F-276E4DA03D8F}"/>
          </ac:spMkLst>
        </pc:spChg>
        <pc:spChg chg="add del mod">
          <ac:chgData name="권 기일" userId="2ef98fef2c7306f1" providerId="LiveId" clId="{2865EC2C-EAF0-40F7-A7E2-4ED86B479988}" dt="2023-03-20T04:31:53.605" v="7734" actId="478"/>
          <ac:spMkLst>
            <pc:docMk/>
            <pc:sldMk cId="2701585709" sldId="271"/>
            <ac:spMk id="21" creationId="{F9BAAF36-181C-31C2-B39A-61EB56C2ECF1}"/>
          </ac:spMkLst>
        </pc:spChg>
        <pc:spChg chg="add mod">
          <ac:chgData name="권 기일" userId="2ef98fef2c7306f1" providerId="LiveId" clId="{2865EC2C-EAF0-40F7-A7E2-4ED86B479988}" dt="2023-03-20T04:49:28.801" v="9013"/>
          <ac:spMkLst>
            <pc:docMk/>
            <pc:sldMk cId="2701585709" sldId="271"/>
            <ac:spMk id="22" creationId="{7210CEA7-BDE3-65DB-6974-C4324748873E}"/>
          </ac:spMkLst>
        </pc:spChg>
        <pc:spChg chg="add mod">
          <ac:chgData name="권 기일" userId="2ef98fef2c7306f1" providerId="LiveId" clId="{2865EC2C-EAF0-40F7-A7E2-4ED86B479988}" dt="2023-03-20T04:49:28.801" v="9013"/>
          <ac:spMkLst>
            <pc:docMk/>
            <pc:sldMk cId="2701585709" sldId="271"/>
            <ac:spMk id="23" creationId="{45FF1BDD-C499-A77E-39E9-AFDEF1212895}"/>
          </ac:spMkLst>
        </pc:spChg>
        <pc:graphicFrameChg chg="mod modGraphic">
          <ac:chgData name="권 기일" userId="2ef98fef2c7306f1" providerId="LiveId" clId="{2865EC2C-EAF0-40F7-A7E2-4ED86B479988}" dt="2023-03-20T04:30:51.472" v="7632"/>
          <ac:graphicFrameMkLst>
            <pc:docMk/>
            <pc:sldMk cId="2701585709" sldId="271"/>
            <ac:graphicFrameMk id="4" creationId="{6E32B779-4D6E-436C-BD33-2E6535904C3A}"/>
          </ac:graphicFrameMkLst>
        </pc:graphicFrameChg>
        <pc:picChg chg="del">
          <ac:chgData name="권 기일" userId="2ef98fef2c7306f1" providerId="LiveId" clId="{2865EC2C-EAF0-40F7-A7E2-4ED86B479988}" dt="2023-03-20T04:27:15.328" v="7344" actId="478"/>
          <ac:picMkLst>
            <pc:docMk/>
            <pc:sldMk cId="2701585709" sldId="271"/>
            <ac:picMk id="5" creationId="{8EA1795D-289E-C018-2AE6-AD4044BD543D}"/>
          </ac:picMkLst>
        </pc:picChg>
        <pc:picChg chg="add mod">
          <ac:chgData name="권 기일" userId="2ef98fef2c7306f1" providerId="LiveId" clId="{2865EC2C-EAF0-40F7-A7E2-4ED86B479988}" dt="2023-03-20T04:28:19.220" v="7351" actId="1076"/>
          <ac:picMkLst>
            <pc:docMk/>
            <pc:sldMk cId="2701585709" sldId="271"/>
            <ac:picMk id="6" creationId="{963F0EEB-CF1F-D006-A3C9-BCA724C4461A}"/>
          </ac:picMkLst>
        </pc:picChg>
        <pc:picChg chg="add mod">
          <ac:chgData name="권 기일" userId="2ef98fef2c7306f1" providerId="LiveId" clId="{2865EC2C-EAF0-40F7-A7E2-4ED86B479988}" dt="2023-03-20T04:28:59.883" v="7357" actId="1076"/>
          <ac:picMkLst>
            <pc:docMk/>
            <pc:sldMk cId="2701585709" sldId="271"/>
            <ac:picMk id="11" creationId="{4FAD72F0-F2F1-FE5F-FC26-315038016D72}"/>
          </ac:picMkLst>
        </pc:picChg>
      </pc:sldChg>
      <pc:sldChg chg="addSp delSp modSp add mod">
        <pc:chgData name="권 기일" userId="2ef98fef2c7306f1" providerId="LiveId" clId="{2865EC2C-EAF0-40F7-A7E2-4ED86B479988}" dt="2023-03-20T04:49:29.994" v="9014"/>
        <pc:sldMkLst>
          <pc:docMk/>
          <pc:sldMk cId="3187846104" sldId="272"/>
        </pc:sldMkLst>
        <pc:spChg chg="mod">
          <ac:chgData name="권 기일" userId="2ef98fef2c7306f1" providerId="LiveId" clId="{2865EC2C-EAF0-40F7-A7E2-4ED86B479988}" dt="2023-03-20T04:33:07.337" v="7827"/>
          <ac:spMkLst>
            <pc:docMk/>
            <pc:sldMk cId="3187846104" sldId="272"/>
            <ac:spMk id="2" creationId="{1947B415-DD4E-4616-8F55-00B20434FD03}"/>
          </ac:spMkLst>
        </pc:spChg>
        <pc:spChg chg="add mod">
          <ac:chgData name="권 기일" userId="2ef98fef2c7306f1" providerId="LiveId" clId="{2865EC2C-EAF0-40F7-A7E2-4ED86B479988}" dt="2023-03-20T04:49:29.994" v="9014"/>
          <ac:spMkLst>
            <pc:docMk/>
            <pc:sldMk cId="3187846104" sldId="272"/>
            <ac:spMk id="9" creationId="{B920CCFB-04E9-ECE5-5F21-2E3FB8D5759F}"/>
          </ac:spMkLst>
        </pc:spChg>
        <pc:spChg chg="add mod">
          <ac:chgData name="권 기일" userId="2ef98fef2c7306f1" providerId="LiveId" clId="{2865EC2C-EAF0-40F7-A7E2-4ED86B479988}" dt="2023-03-20T04:49:29.994" v="9014"/>
          <ac:spMkLst>
            <pc:docMk/>
            <pc:sldMk cId="3187846104" sldId="272"/>
            <ac:spMk id="10" creationId="{5C8EFEF0-7E40-E7E6-969F-051BD4B2AFB4}"/>
          </ac:spMkLst>
        </pc:spChg>
        <pc:spChg chg="del">
          <ac:chgData name="권 기일" userId="2ef98fef2c7306f1" providerId="LiveId" clId="{2865EC2C-EAF0-40F7-A7E2-4ED86B479988}" dt="2023-03-20T04:32:18.980" v="7739" actId="478"/>
          <ac:spMkLst>
            <pc:docMk/>
            <pc:sldMk cId="3187846104" sldId="272"/>
            <ac:spMk id="17" creationId="{2D96009F-419E-51D0-6CE2-7C02B8DA4DB0}"/>
          </ac:spMkLst>
        </pc:spChg>
        <pc:spChg chg="del">
          <ac:chgData name="권 기일" userId="2ef98fef2c7306f1" providerId="LiveId" clId="{2865EC2C-EAF0-40F7-A7E2-4ED86B479988}" dt="2023-03-20T04:32:18.980" v="7739" actId="478"/>
          <ac:spMkLst>
            <pc:docMk/>
            <pc:sldMk cId="3187846104" sldId="272"/>
            <ac:spMk id="18" creationId="{45DBF25C-B982-2F6C-B63B-6FBB5AEACA83}"/>
          </ac:spMkLst>
        </pc:spChg>
        <pc:spChg chg="del">
          <ac:chgData name="권 기일" userId="2ef98fef2c7306f1" providerId="LiveId" clId="{2865EC2C-EAF0-40F7-A7E2-4ED86B479988}" dt="2023-03-20T04:32:17.376" v="7738" actId="478"/>
          <ac:spMkLst>
            <pc:docMk/>
            <pc:sldMk cId="3187846104" sldId="272"/>
            <ac:spMk id="19" creationId="{EB9625E8-1BDB-3215-1CE2-16B0D8062794}"/>
          </ac:spMkLst>
        </pc:spChg>
        <pc:spChg chg="del">
          <ac:chgData name="권 기일" userId="2ef98fef2c7306f1" providerId="LiveId" clId="{2865EC2C-EAF0-40F7-A7E2-4ED86B479988}" dt="2023-03-20T04:32:17.376" v="7738" actId="478"/>
          <ac:spMkLst>
            <pc:docMk/>
            <pc:sldMk cId="3187846104" sldId="272"/>
            <ac:spMk id="20" creationId="{64A1A393-7338-0A0F-E17F-276E4DA03D8F}"/>
          </ac:spMkLst>
        </pc:spChg>
        <pc:graphicFrameChg chg="del">
          <ac:chgData name="권 기일" userId="2ef98fef2c7306f1" providerId="LiveId" clId="{2865EC2C-EAF0-40F7-A7E2-4ED86B479988}" dt="2023-03-20T04:33:08.975" v="7828" actId="478"/>
          <ac:graphicFrameMkLst>
            <pc:docMk/>
            <pc:sldMk cId="3187846104" sldId="272"/>
            <ac:graphicFrameMk id="4" creationId="{6E32B779-4D6E-436C-BD33-2E6535904C3A}"/>
          </ac:graphicFrameMkLst>
        </pc:graphicFrameChg>
        <pc:picChg chg="add mod">
          <ac:chgData name="권 기일" userId="2ef98fef2c7306f1" providerId="LiveId" clId="{2865EC2C-EAF0-40F7-A7E2-4ED86B479988}" dt="2023-03-20T04:32:36.116" v="7742" actId="1076"/>
          <ac:picMkLst>
            <pc:docMk/>
            <pc:sldMk cId="3187846104" sldId="272"/>
            <ac:picMk id="5" creationId="{65ECBBF4-C0F3-764F-474C-21BD225119A7}"/>
          </ac:picMkLst>
        </pc:picChg>
        <pc:picChg chg="del">
          <ac:chgData name="권 기일" userId="2ef98fef2c7306f1" providerId="LiveId" clId="{2865EC2C-EAF0-40F7-A7E2-4ED86B479988}" dt="2023-03-20T04:32:15.062" v="7736" actId="478"/>
          <ac:picMkLst>
            <pc:docMk/>
            <pc:sldMk cId="3187846104" sldId="272"/>
            <ac:picMk id="6" creationId="{963F0EEB-CF1F-D006-A3C9-BCA724C4461A}"/>
          </ac:picMkLst>
        </pc:picChg>
        <pc:picChg chg="add del">
          <ac:chgData name="권 기일" userId="2ef98fef2c7306f1" providerId="LiveId" clId="{2865EC2C-EAF0-40F7-A7E2-4ED86B479988}" dt="2023-03-20T04:33:41.874" v="7830" actId="478"/>
          <ac:picMkLst>
            <pc:docMk/>
            <pc:sldMk cId="3187846104" sldId="272"/>
            <ac:picMk id="8" creationId="{9D173F1A-4BAC-F7CD-5EEB-FD31839D505D}"/>
          </ac:picMkLst>
        </pc:picChg>
        <pc:picChg chg="del">
          <ac:chgData name="권 기일" userId="2ef98fef2c7306f1" providerId="LiveId" clId="{2865EC2C-EAF0-40F7-A7E2-4ED86B479988}" dt="2023-03-20T04:32:16.564" v="7737" actId="478"/>
          <ac:picMkLst>
            <pc:docMk/>
            <pc:sldMk cId="3187846104" sldId="272"/>
            <ac:picMk id="11" creationId="{4FAD72F0-F2F1-FE5F-FC26-315038016D72}"/>
          </ac:picMkLst>
        </pc:picChg>
      </pc:sldChg>
      <pc:sldChg chg="addSp delSp modSp add mod">
        <pc:chgData name="권 기일" userId="2ef98fef2c7306f1" providerId="LiveId" clId="{2865EC2C-EAF0-40F7-A7E2-4ED86B479988}" dt="2023-03-20T04:49:31.209" v="9015"/>
        <pc:sldMkLst>
          <pc:docMk/>
          <pc:sldMk cId="2438698586" sldId="273"/>
        </pc:sldMkLst>
        <pc:spChg chg="mod">
          <ac:chgData name="권 기일" userId="2ef98fef2c7306f1" providerId="LiveId" clId="{2865EC2C-EAF0-40F7-A7E2-4ED86B479988}" dt="2023-03-20T04:34:54.545" v="7904"/>
          <ac:spMkLst>
            <pc:docMk/>
            <pc:sldMk cId="2438698586" sldId="273"/>
            <ac:spMk id="2" creationId="{1947B415-DD4E-4616-8F55-00B20434FD03}"/>
          </ac:spMkLst>
        </pc:spChg>
        <pc:spChg chg="add mod">
          <ac:chgData name="권 기일" userId="2ef98fef2c7306f1" providerId="LiveId" clId="{2865EC2C-EAF0-40F7-A7E2-4ED86B479988}" dt="2023-03-20T04:34:38.084" v="7840" actId="14100"/>
          <ac:spMkLst>
            <pc:docMk/>
            <pc:sldMk cId="2438698586" sldId="273"/>
            <ac:spMk id="6" creationId="{D41E7D79-DEB0-EB16-3EBA-94583A972E29}"/>
          </ac:spMkLst>
        </pc:spChg>
        <pc:spChg chg="add mod">
          <ac:chgData name="권 기일" userId="2ef98fef2c7306f1" providerId="LiveId" clId="{2865EC2C-EAF0-40F7-A7E2-4ED86B479988}" dt="2023-03-20T04:35:09.211" v="7907" actId="1076"/>
          <ac:spMkLst>
            <pc:docMk/>
            <pc:sldMk cId="2438698586" sldId="273"/>
            <ac:spMk id="8" creationId="{59CC2838-0D41-0E1C-5A9A-65423763F882}"/>
          </ac:spMkLst>
        </pc:spChg>
        <pc:spChg chg="add mod">
          <ac:chgData name="권 기일" userId="2ef98fef2c7306f1" providerId="LiveId" clId="{2865EC2C-EAF0-40F7-A7E2-4ED86B479988}" dt="2023-03-20T04:49:31.209" v="9015"/>
          <ac:spMkLst>
            <pc:docMk/>
            <pc:sldMk cId="2438698586" sldId="273"/>
            <ac:spMk id="9" creationId="{E36DCF6E-D50F-E171-F8DD-72228A6F76FF}"/>
          </ac:spMkLst>
        </pc:spChg>
        <pc:spChg chg="add mod">
          <ac:chgData name="권 기일" userId="2ef98fef2c7306f1" providerId="LiveId" clId="{2865EC2C-EAF0-40F7-A7E2-4ED86B479988}" dt="2023-03-20T04:49:31.209" v="9015"/>
          <ac:spMkLst>
            <pc:docMk/>
            <pc:sldMk cId="2438698586" sldId="273"/>
            <ac:spMk id="10" creationId="{91A4404E-3137-A18B-BD83-6915EB4402E9}"/>
          </ac:spMkLst>
        </pc:spChg>
        <pc:graphicFrameChg chg="add mod modGraphic">
          <ac:chgData name="권 기일" userId="2ef98fef2c7306f1" providerId="LiveId" clId="{2865EC2C-EAF0-40F7-A7E2-4ED86B479988}" dt="2023-03-20T04:35:36.002" v="8057"/>
          <ac:graphicFrameMkLst>
            <pc:docMk/>
            <pc:sldMk cId="2438698586" sldId="273"/>
            <ac:graphicFrameMk id="7" creationId="{8050B1E4-684D-506C-D9CF-FF766FF9F417}"/>
          </ac:graphicFrameMkLst>
        </pc:graphicFrameChg>
        <pc:picChg chg="add mod">
          <ac:chgData name="권 기일" userId="2ef98fef2c7306f1" providerId="LiveId" clId="{2865EC2C-EAF0-40F7-A7E2-4ED86B479988}" dt="2023-03-20T04:34:03.444" v="7837" actId="1076"/>
          <ac:picMkLst>
            <pc:docMk/>
            <pc:sldMk cId="2438698586" sldId="273"/>
            <ac:picMk id="4" creationId="{08322682-3C79-F92E-3822-7DD48B88F745}"/>
          </ac:picMkLst>
        </pc:picChg>
        <pc:picChg chg="del">
          <ac:chgData name="권 기일" userId="2ef98fef2c7306f1" providerId="LiveId" clId="{2865EC2C-EAF0-40F7-A7E2-4ED86B479988}" dt="2023-03-20T04:33:47.901" v="7832" actId="478"/>
          <ac:picMkLst>
            <pc:docMk/>
            <pc:sldMk cId="2438698586" sldId="273"/>
            <ac:picMk id="5" creationId="{65ECBBF4-C0F3-764F-474C-21BD225119A7}"/>
          </ac:picMkLst>
        </pc:picChg>
      </pc:sldChg>
      <pc:sldChg chg="addSp delSp modSp add mod">
        <pc:chgData name="권 기일" userId="2ef98fef2c7306f1" providerId="LiveId" clId="{2865EC2C-EAF0-40F7-A7E2-4ED86B479988}" dt="2023-03-20T04:49:33.445" v="9017"/>
        <pc:sldMkLst>
          <pc:docMk/>
          <pc:sldMk cId="1189944117" sldId="274"/>
        </pc:sldMkLst>
        <pc:spChg chg="mod">
          <ac:chgData name="권 기일" userId="2ef98fef2c7306f1" providerId="LiveId" clId="{2865EC2C-EAF0-40F7-A7E2-4ED86B479988}" dt="2023-03-20T04:41:00.380" v="8111" actId="20577"/>
          <ac:spMkLst>
            <pc:docMk/>
            <pc:sldMk cId="1189944117" sldId="274"/>
            <ac:spMk id="2" creationId="{1947B415-DD4E-4616-8F55-00B20434FD03}"/>
          </ac:spMkLst>
        </pc:spChg>
        <pc:spChg chg="del">
          <ac:chgData name="권 기일" userId="2ef98fef2c7306f1" providerId="LiveId" clId="{2865EC2C-EAF0-40F7-A7E2-4ED86B479988}" dt="2023-03-20T04:41:05.333" v="8112" actId="478"/>
          <ac:spMkLst>
            <pc:docMk/>
            <pc:sldMk cId="1189944117" sldId="274"/>
            <ac:spMk id="6" creationId="{D41E7D79-DEB0-EB16-3EBA-94583A972E29}"/>
          </ac:spMkLst>
        </pc:spChg>
        <pc:spChg chg="del">
          <ac:chgData name="권 기일" userId="2ef98fef2c7306f1" providerId="LiveId" clId="{2865EC2C-EAF0-40F7-A7E2-4ED86B479988}" dt="2023-03-20T04:41:05.333" v="8112" actId="478"/>
          <ac:spMkLst>
            <pc:docMk/>
            <pc:sldMk cId="1189944117" sldId="274"/>
            <ac:spMk id="8" creationId="{59CC2838-0D41-0E1C-5A9A-65423763F882}"/>
          </ac:spMkLst>
        </pc:spChg>
        <pc:spChg chg="add mod">
          <ac:chgData name="권 기일" userId="2ef98fef2c7306f1" providerId="LiveId" clId="{2865EC2C-EAF0-40F7-A7E2-4ED86B479988}" dt="2023-03-20T04:43:49.287" v="8355" actId="14100"/>
          <ac:spMkLst>
            <pc:docMk/>
            <pc:sldMk cId="1189944117" sldId="274"/>
            <ac:spMk id="9" creationId="{E1EBAF98-E228-7BC4-5FC2-BA820B77D27F}"/>
          </ac:spMkLst>
        </pc:spChg>
        <pc:spChg chg="add mod">
          <ac:chgData name="권 기일" userId="2ef98fef2c7306f1" providerId="LiveId" clId="{2865EC2C-EAF0-40F7-A7E2-4ED86B479988}" dt="2023-03-20T04:43:59.824" v="8357" actId="1076"/>
          <ac:spMkLst>
            <pc:docMk/>
            <pc:sldMk cId="1189944117" sldId="274"/>
            <ac:spMk id="10" creationId="{E2AC4FDE-47B7-5A70-FFE5-10A114C20D1D}"/>
          </ac:spMkLst>
        </pc:spChg>
        <pc:spChg chg="add del mod">
          <ac:chgData name="권 기일" userId="2ef98fef2c7306f1" providerId="LiveId" clId="{2865EC2C-EAF0-40F7-A7E2-4ED86B479988}" dt="2023-03-20T04:44:54.256" v="8473" actId="478"/>
          <ac:spMkLst>
            <pc:docMk/>
            <pc:sldMk cId="1189944117" sldId="274"/>
            <ac:spMk id="11" creationId="{94842E5D-5395-7AE6-8178-1131371341DC}"/>
          </ac:spMkLst>
        </pc:spChg>
        <pc:spChg chg="add mod">
          <ac:chgData name="권 기일" userId="2ef98fef2c7306f1" providerId="LiveId" clId="{2865EC2C-EAF0-40F7-A7E2-4ED86B479988}" dt="2023-03-20T04:45:06.698" v="8477" actId="1076"/>
          <ac:spMkLst>
            <pc:docMk/>
            <pc:sldMk cId="1189944117" sldId="274"/>
            <ac:spMk id="12" creationId="{36EE1BB9-428D-3FCC-C872-1DE6DA5ED38D}"/>
          </ac:spMkLst>
        </pc:spChg>
        <pc:spChg chg="add mod">
          <ac:chgData name="권 기일" userId="2ef98fef2c7306f1" providerId="LiveId" clId="{2865EC2C-EAF0-40F7-A7E2-4ED86B479988}" dt="2023-03-20T04:45:40.426" v="8659" actId="14100"/>
          <ac:spMkLst>
            <pc:docMk/>
            <pc:sldMk cId="1189944117" sldId="274"/>
            <ac:spMk id="13" creationId="{65B92CC1-577D-790C-7CC0-41F7E160C6CD}"/>
          </ac:spMkLst>
        </pc:spChg>
        <pc:spChg chg="add mod">
          <ac:chgData name="권 기일" userId="2ef98fef2c7306f1" providerId="LiveId" clId="{2865EC2C-EAF0-40F7-A7E2-4ED86B479988}" dt="2023-03-20T04:46:20.465" v="8786" actId="20577"/>
          <ac:spMkLst>
            <pc:docMk/>
            <pc:sldMk cId="1189944117" sldId="274"/>
            <ac:spMk id="14" creationId="{B44B92F8-38CE-F148-014C-EEB42A024751}"/>
          </ac:spMkLst>
        </pc:spChg>
        <pc:spChg chg="add mod">
          <ac:chgData name="권 기일" userId="2ef98fef2c7306f1" providerId="LiveId" clId="{2865EC2C-EAF0-40F7-A7E2-4ED86B479988}" dt="2023-03-20T04:49:33.445" v="9017"/>
          <ac:spMkLst>
            <pc:docMk/>
            <pc:sldMk cId="1189944117" sldId="274"/>
            <ac:spMk id="17" creationId="{D903AC76-3796-D84D-38AD-AF2FFEDBB582}"/>
          </ac:spMkLst>
        </pc:spChg>
        <pc:spChg chg="add mod">
          <ac:chgData name="권 기일" userId="2ef98fef2c7306f1" providerId="LiveId" clId="{2865EC2C-EAF0-40F7-A7E2-4ED86B479988}" dt="2023-03-20T04:49:33.445" v="9017"/>
          <ac:spMkLst>
            <pc:docMk/>
            <pc:sldMk cId="1189944117" sldId="274"/>
            <ac:spMk id="18" creationId="{EF03D035-0CF1-753F-82D9-1F2717CAEF08}"/>
          </ac:spMkLst>
        </pc:spChg>
        <pc:graphicFrameChg chg="mod modGraphic">
          <ac:chgData name="권 기일" userId="2ef98fef2c7306f1" providerId="LiveId" clId="{2865EC2C-EAF0-40F7-A7E2-4ED86B479988}" dt="2023-03-20T04:46:10.851" v="8783"/>
          <ac:graphicFrameMkLst>
            <pc:docMk/>
            <pc:sldMk cId="1189944117" sldId="274"/>
            <ac:graphicFrameMk id="7" creationId="{8050B1E4-684D-506C-D9CF-FF766FF9F417}"/>
          </ac:graphicFrameMkLst>
        </pc:graphicFrameChg>
        <pc:picChg chg="del">
          <ac:chgData name="권 기일" userId="2ef98fef2c7306f1" providerId="LiveId" clId="{2865EC2C-EAF0-40F7-A7E2-4ED86B479988}" dt="2023-03-20T04:37:52.950" v="8059" actId="478"/>
          <ac:picMkLst>
            <pc:docMk/>
            <pc:sldMk cId="1189944117" sldId="274"/>
            <ac:picMk id="4" creationId="{08322682-3C79-F92E-3822-7DD48B88F745}"/>
          </ac:picMkLst>
        </pc:picChg>
        <pc:picChg chg="add mod">
          <ac:chgData name="권 기일" userId="2ef98fef2c7306f1" providerId="LiveId" clId="{2865EC2C-EAF0-40F7-A7E2-4ED86B479988}" dt="2023-03-20T04:41:20.208" v="8115" actId="1076"/>
          <ac:picMkLst>
            <pc:docMk/>
            <pc:sldMk cId="1189944117" sldId="274"/>
            <ac:picMk id="5" creationId="{432FD410-40FF-2FE6-6A27-4C27C00679A4}"/>
          </ac:picMkLst>
        </pc:picChg>
        <pc:picChg chg="add del mod">
          <ac:chgData name="권 기일" userId="2ef98fef2c7306f1" providerId="LiveId" clId="{2865EC2C-EAF0-40F7-A7E2-4ED86B479988}" dt="2023-03-20T04:46:55.495" v="8789" actId="478"/>
          <ac:picMkLst>
            <pc:docMk/>
            <pc:sldMk cId="1189944117" sldId="274"/>
            <ac:picMk id="16" creationId="{59F25403-2277-2EB2-20F6-CE783D04EB59}"/>
          </ac:picMkLst>
        </pc:picChg>
      </pc:sldChg>
      <pc:sldChg chg="addSp delSp modSp add mod">
        <pc:chgData name="권 기일" userId="2ef98fef2c7306f1" providerId="LiveId" clId="{2865EC2C-EAF0-40F7-A7E2-4ED86B479988}" dt="2023-03-20T04:49:32.374" v="9016"/>
        <pc:sldMkLst>
          <pc:docMk/>
          <pc:sldMk cId="1751664730" sldId="275"/>
        </pc:sldMkLst>
        <pc:spChg chg="del">
          <ac:chgData name="권 기일" userId="2ef98fef2c7306f1" providerId="LiveId" clId="{2865EC2C-EAF0-40F7-A7E2-4ED86B479988}" dt="2023-03-20T04:41:51.886" v="8118" actId="478"/>
          <ac:spMkLst>
            <pc:docMk/>
            <pc:sldMk cId="1751664730" sldId="275"/>
            <ac:spMk id="6" creationId="{D41E7D79-DEB0-EB16-3EBA-94583A972E29}"/>
          </ac:spMkLst>
        </pc:spChg>
        <pc:spChg chg="del">
          <ac:chgData name="권 기일" userId="2ef98fef2c7306f1" providerId="LiveId" clId="{2865EC2C-EAF0-40F7-A7E2-4ED86B479988}" dt="2023-03-20T04:41:51.886" v="8118" actId="478"/>
          <ac:spMkLst>
            <pc:docMk/>
            <pc:sldMk cId="1751664730" sldId="275"/>
            <ac:spMk id="8" creationId="{59CC2838-0D41-0E1C-5A9A-65423763F882}"/>
          </ac:spMkLst>
        </pc:spChg>
        <pc:spChg chg="add mod">
          <ac:chgData name="권 기일" userId="2ef98fef2c7306f1" providerId="LiveId" clId="{2865EC2C-EAF0-40F7-A7E2-4ED86B479988}" dt="2023-03-20T04:42:25.349" v="8131" actId="14100"/>
          <ac:spMkLst>
            <pc:docMk/>
            <pc:sldMk cId="1751664730" sldId="275"/>
            <ac:spMk id="9" creationId="{36AFABD3-81D5-C135-DA9D-9E5DFC4373F7}"/>
          </ac:spMkLst>
        </pc:spChg>
        <pc:spChg chg="add mod">
          <ac:chgData name="권 기일" userId="2ef98fef2c7306f1" providerId="LiveId" clId="{2865EC2C-EAF0-40F7-A7E2-4ED86B479988}" dt="2023-03-20T04:42:34.710" v="8133" actId="1076"/>
          <ac:spMkLst>
            <pc:docMk/>
            <pc:sldMk cId="1751664730" sldId="275"/>
            <ac:spMk id="10" creationId="{D7B7E135-8605-9E75-4339-ADB823B7ABA1}"/>
          </ac:spMkLst>
        </pc:spChg>
        <pc:spChg chg="add mod">
          <ac:chgData name="권 기일" userId="2ef98fef2c7306f1" providerId="LiveId" clId="{2865EC2C-EAF0-40F7-A7E2-4ED86B479988}" dt="2023-03-20T04:42:39.793" v="8135" actId="1076"/>
          <ac:spMkLst>
            <pc:docMk/>
            <pc:sldMk cId="1751664730" sldId="275"/>
            <ac:spMk id="11" creationId="{3D6406BB-70B6-FAAB-324F-58B208951FE5}"/>
          </ac:spMkLst>
        </pc:spChg>
        <pc:spChg chg="add mod">
          <ac:chgData name="권 기일" userId="2ef98fef2c7306f1" providerId="LiveId" clId="{2865EC2C-EAF0-40F7-A7E2-4ED86B479988}" dt="2023-03-20T04:42:45.636" v="8138" actId="20577"/>
          <ac:spMkLst>
            <pc:docMk/>
            <pc:sldMk cId="1751664730" sldId="275"/>
            <ac:spMk id="12" creationId="{CDDABCF3-8C54-A61F-4F60-DB5EB1C314D3}"/>
          </ac:spMkLst>
        </pc:spChg>
        <pc:spChg chg="add mod">
          <ac:chgData name="권 기일" userId="2ef98fef2c7306f1" providerId="LiveId" clId="{2865EC2C-EAF0-40F7-A7E2-4ED86B479988}" dt="2023-03-20T04:49:32.374" v="9016"/>
          <ac:spMkLst>
            <pc:docMk/>
            <pc:sldMk cId="1751664730" sldId="275"/>
            <ac:spMk id="13" creationId="{A1FEFE7D-BD17-1B41-F4DC-CB98EB6EF2FB}"/>
          </ac:spMkLst>
        </pc:spChg>
        <pc:spChg chg="add mod">
          <ac:chgData name="권 기일" userId="2ef98fef2c7306f1" providerId="LiveId" clId="{2865EC2C-EAF0-40F7-A7E2-4ED86B479988}" dt="2023-03-20T04:49:32.374" v="9016"/>
          <ac:spMkLst>
            <pc:docMk/>
            <pc:sldMk cId="1751664730" sldId="275"/>
            <ac:spMk id="14" creationId="{DC8FB3D3-28D7-F6A4-80AC-C278F66DC2D8}"/>
          </ac:spMkLst>
        </pc:spChg>
        <pc:graphicFrameChg chg="mod modGraphic">
          <ac:chgData name="권 기일" userId="2ef98fef2c7306f1" providerId="LiveId" clId="{2865EC2C-EAF0-40F7-A7E2-4ED86B479988}" dt="2023-03-20T04:43:29.251" v="8352" actId="20577"/>
          <ac:graphicFrameMkLst>
            <pc:docMk/>
            <pc:sldMk cId="1751664730" sldId="275"/>
            <ac:graphicFrameMk id="7" creationId="{8050B1E4-684D-506C-D9CF-FF766FF9F417}"/>
          </ac:graphicFrameMkLst>
        </pc:graphicFrameChg>
        <pc:picChg chg="del">
          <ac:chgData name="권 기일" userId="2ef98fef2c7306f1" providerId="LiveId" clId="{2865EC2C-EAF0-40F7-A7E2-4ED86B479988}" dt="2023-03-20T04:41:50.430" v="8117" actId="478"/>
          <ac:picMkLst>
            <pc:docMk/>
            <pc:sldMk cId="1751664730" sldId="275"/>
            <ac:picMk id="4" creationId="{08322682-3C79-F92E-3822-7DD48B88F745}"/>
          </ac:picMkLst>
        </pc:picChg>
        <pc:picChg chg="add mod">
          <ac:chgData name="권 기일" userId="2ef98fef2c7306f1" providerId="LiveId" clId="{2865EC2C-EAF0-40F7-A7E2-4ED86B479988}" dt="2023-03-20T04:42:06.709" v="8124" actId="14100"/>
          <ac:picMkLst>
            <pc:docMk/>
            <pc:sldMk cId="1751664730" sldId="275"/>
            <ac:picMk id="5" creationId="{1E0321D4-A4E3-8338-25E1-1443527CF580}"/>
          </ac:picMkLst>
        </pc:picChg>
      </pc:sldChg>
      <pc:sldChg chg="addSp delSp modSp add mod">
        <pc:chgData name="권 기일" userId="2ef98fef2c7306f1" providerId="LiveId" clId="{2865EC2C-EAF0-40F7-A7E2-4ED86B479988}" dt="2023-03-20T04:49:34.940" v="9018"/>
        <pc:sldMkLst>
          <pc:docMk/>
          <pc:sldMk cId="3194240049" sldId="276"/>
        </pc:sldMkLst>
        <pc:spChg chg="mod">
          <ac:chgData name="권 기일" userId="2ef98fef2c7306f1" providerId="LiveId" clId="{2865EC2C-EAF0-40F7-A7E2-4ED86B479988}" dt="2023-03-20T04:47:28.743" v="8860"/>
          <ac:spMkLst>
            <pc:docMk/>
            <pc:sldMk cId="3194240049" sldId="276"/>
            <ac:spMk id="2" creationId="{1947B415-DD4E-4616-8F55-00B20434FD03}"/>
          </ac:spMkLst>
        </pc:spChg>
        <pc:spChg chg="add mod">
          <ac:chgData name="권 기일" userId="2ef98fef2c7306f1" providerId="LiveId" clId="{2865EC2C-EAF0-40F7-A7E2-4ED86B479988}" dt="2023-03-20T04:47:41.488" v="8864" actId="14100"/>
          <ac:spMkLst>
            <pc:docMk/>
            <pc:sldMk cId="3194240049" sldId="276"/>
            <ac:spMk id="6" creationId="{590AF62A-E9CF-6E02-C73D-6A54FF14EAB7}"/>
          </ac:spMkLst>
        </pc:spChg>
        <pc:spChg chg="add mod">
          <ac:chgData name="권 기일" userId="2ef98fef2c7306f1" providerId="LiveId" clId="{2865EC2C-EAF0-40F7-A7E2-4ED86B479988}" dt="2023-03-20T04:47:53.849" v="8866" actId="1076"/>
          <ac:spMkLst>
            <pc:docMk/>
            <pc:sldMk cId="3194240049" sldId="276"/>
            <ac:spMk id="8" creationId="{F61A3A40-28F3-D597-8E19-9A73A8176E11}"/>
          </ac:spMkLst>
        </pc:spChg>
        <pc:spChg chg="del">
          <ac:chgData name="권 기일" userId="2ef98fef2c7306f1" providerId="LiveId" clId="{2865EC2C-EAF0-40F7-A7E2-4ED86B479988}" dt="2023-03-20T04:47:01.045" v="8792" actId="478"/>
          <ac:spMkLst>
            <pc:docMk/>
            <pc:sldMk cId="3194240049" sldId="276"/>
            <ac:spMk id="9" creationId="{E1EBAF98-E228-7BC4-5FC2-BA820B77D27F}"/>
          </ac:spMkLst>
        </pc:spChg>
        <pc:spChg chg="del">
          <ac:chgData name="권 기일" userId="2ef98fef2c7306f1" providerId="LiveId" clId="{2865EC2C-EAF0-40F7-A7E2-4ED86B479988}" dt="2023-03-20T04:47:01.045" v="8792" actId="478"/>
          <ac:spMkLst>
            <pc:docMk/>
            <pc:sldMk cId="3194240049" sldId="276"/>
            <ac:spMk id="10" creationId="{E2AC4FDE-47B7-5A70-FFE5-10A114C20D1D}"/>
          </ac:spMkLst>
        </pc:spChg>
        <pc:spChg chg="del">
          <ac:chgData name="권 기일" userId="2ef98fef2c7306f1" providerId="LiveId" clId="{2865EC2C-EAF0-40F7-A7E2-4ED86B479988}" dt="2023-03-20T04:47:01.045" v="8792" actId="478"/>
          <ac:spMkLst>
            <pc:docMk/>
            <pc:sldMk cId="3194240049" sldId="276"/>
            <ac:spMk id="12" creationId="{36EE1BB9-428D-3FCC-C872-1DE6DA5ED38D}"/>
          </ac:spMkLst>
        </pc:spChg>
        <pc:spChg chg="del">
          <ac:chgData name="권 기일" userId="2ef98fef2c7306f1" providerId="LiveId" clId="{2865EC2C-EAF0-40F7-A7E2-4ED86B479988}" dt="2023-03-20T04:47:02.238" v="8793" actId="478"/>
          <ac:spMkLst>
            <pc:docMk/>
            <pc:sldMk cId="3194240049" sldId="276"/>
            <ac:spMk id="13" creationId="{65B92CC1-577D-790C-7CC0-41F7E160C6CD}"/>
          </ac:spMkLst>
        </pc:spChg>
        <pc:spChg chg="del">
          <ac:chgData name="권 기일" userId="2ef98fef2c7306f1" providerId="LiveId" clId="{2865EC2C-EAF0-40F7-A7E2-4ED86B479988}" dt="2023-03-20T04:47:01.045" v="8792" actId="478"/>
          <ac:spMkLst>
            <pc:docMk/>
            <pc:sldMk cId="3194240049" sldId="276"/>
            <ac:spMk id="14" creationId="{B44B92F8-38CE-F148-014C-EEB42A024751}"/>
          </ac:spMkLst>
        </pc:spChg>
        <pc:spChg chg="add mod">
          <ac:chgData name="권 기일" userId="2ef98fef2c7306f1" providerId="LiveId" clId="{2865EC2C-EAF0-40F7-A7E2-4ED86B479988}" dt="2023-03-20T04:49:34.940" v="9018"/>
          <ac:spMkLst>
            <pc:docMk/>
            <pc:sldMk cId="3194240049" sldId="276"/>
            <ac:spMk id="15" creationId="{9C491F18-825D-8401-A921-290457226498}"/>
          </ac:spMkLst>
        </pc:spChg>
        <pc:spChg chg="add mod">
          <ac:chgData name="권 기일" userId="2ef98fef2c7306f1" providerId="LiveId" clId="{2865EC2C-EAF0-40F7-A7E2-4ED86B479988}" dt="2023-03-20T04:49:34.940" v="9018"/>
          <ac:spMkLst>
            <pc:docMk/>
            <pc:sldMk cId="3194240049" sldId="276"/>
            <ac:spMk id="16" creationId="{64A3B6DB-AC65-BEB9-6936-EB751E3BB142}"/>
          </ac:spMkLst>
        </pc:spChg>
        <pc:graphicFrameChg chg="del">
          <ac:chgData name="권 기일" userId="2ef98fef2c7306f1" providerId="LiveId" clId="{2865EC2C-EAF0-40F7-A7E2-4ED86B479988}" dt="2023-03-20T04:47:18.305" v="8800" actId="478"/>
          <ac:graphicFrameMkLst>
            <pc:docMk/>
            <pc:sldMk cId="3194240049" sldId="276"/>
            <ac:graphicFrameMk id="7" creationId="{8050B1E4-684D-506C-D9CF-FF766FF9F417}"/>
          </ac:graphicFrameMkLst>
        </pc:graphicFrameChg>
        <pc:graphicFrameChg chg="add mod modGraphic">
          <ac:chgData name="권 기일" userId="2ef98fef2c7306f1" providerId="LiveId" clId="{2865EC2C-EAF0-40F7-A7E2-4ED86B479988}" dt="2023-03-20T04:48:24.479" v="8986"/>
          <ac:graphicFrameMkLst>
            <pc:docMk/>
            <pc:sldMk cId="3194240049" sldId="276"/>
            <ac:graphicFrameMk id="11" creationId="{63733829-48D0-4F53-3B08-72C6311BD0E8}"/>
          </ac:graphicFrameMkLst>
        </pc:graphicFrameChg>
        <pc:picChg chg="add mod">
          <ac:chgData name="권 기일" userId="2ef98fef2c7306f1" providerId="LiveId" clId="{2865EC2C-EAF0-40F7-A7E2-4ED86B479988}" dt="2023-03-20T04:47:14.762" v="8799" actId="1076"/>
          <ac:picMkLst>
            <pc:docMk/>
            <pc:sldMk cId="3194240049" sldId="276"/>
            <ac:picMk id="4" creationId="{1C97E04C-D18C-D6C7-D7BF-BF4B0882455C}"/>
          </ac:picMkLst>
        </pc:picChg>
        <pc:picChg chg="del">
          <ac:chgData name="권 기일" userId="2ef98fef2c7306f1" providerId="LiveId" clId="{2865EC2C-EAF0-40F7-A7E2-4ED86B479988}" dt="2023-03-20T04:47:00.046" v="8791" actId="478"/>
          <ac:picMkLst>
            <pc:docMk/>
            <pc:sldMk cId="3194240049" sldId="276"/>
            <ac:picMk id="5" creationId="{432FD410-40FF-2FE6-6A27-4C27C00679A4}"/>
          </ac:picMkLst>
        </pc:picChg>
      </pc:sldChg>
    </pc:docChg>
  </pc:docChgLst>
  <pc:docChgLst>
    <pc:chgData name="권 기일" userId="2ef98fef2c7306f1" providerId="LiveId" clId="{980ABC12-8FA8-462C-B7B3-3AD23470B945}"/>
    <pc:docChg chg="custSel addSld modSld">
      <pc:chgData name="권 기일" userId="2ef98fef2c7306f1" providerId="LiveId" clId="{980ABC12-8FA8-462C-B7B3-3AD23470B945}" dt="2023-03-22T08:47:06.148" v="308" actId="20577"/>
      <pc:docMkLst>
        <pc:docMk/>
      </pc:docMkLst>
      <pc:sldChg chg="addSp modSp">
        <pc:chgData name="권 기일" userId="2ef98fef2c7306f1" providerId="LiveId" clId="{980ABC12-8FA8-462C-B7B3-3AD23470B945}" dt="2023-03-22T08:41:20.719" v="219"/>
        <pc:sldMkLst>
          <pc:docMk/>
          <pc:sldMk cId="811241864" sldId="256"/>
        </pc:sldMkLst>
        <pc:spChg chg="add mod">
          <ac:chgData name="권 기일" userId="2ef98fef2c7306f1" providerId="LiveId" clId="{980ABC12-8FA8-462C-B7B3-3AD23470B945}" dt="2023-03-22T08:41:20.719" v="219"/>
          <ac:spMkLst>
            <pc:docMk/>
            <pc:sldMk cId="811241864" sldId="256"/>
            <ac:spMk id="6" creationId="{0858C291-B135-F60C-7A14-ADBD832A8477}"/>
          </ac:spMkLst>
        </pc:spChg>
      </pc:sldChg>
      <pc:sldChg chg="modSp mod">
        <pc:chgData name="권 기일" userId="2ef98fef2c7306f1" providerId="LiveId" clId="{980ABC12-8FA8-462C-B7B3-3AD23470B945}" dt="2023-03-22T08:47:06.148" v="308" actId="20577"/>
        <pc:sldMkLst>
          <pc:docMk/>
          <pc:sldMk cId="1641384822" sldId="257"/>
        </pc:sldMkLst>
        <pc:spChg chg="mod">
          <ac:chgData name="권 기일" userId="2ef98fef2c7306f1" providerId="LiveId" clId="{980ABC12-8FA8-462C-B7B3-3AD23470B945}" dt="2023-03-22T08:47:06.148" v="308" actId="20577"/>
          <ac:spMkLst>
            <pc:docMk/>
            <pc:sldMk cId="1641384822" sldId="257"/>
            <ac:spMk id="3" creationId="{C1AA4555-6058-832B-4523-5BD77DCE696C}"/>
          </ac:spMkLst>
        </pc:spChg>
      </pc:sldChg>
      <pc:sldChg chg="addSp modSp">
        <pc:chgData name="권 기일" userId="2ef98fef2c7306f1" providerId="LiveId" clId="{980ABC12-8FA8-462C-B7B3-3AD23470B945}" dt="2023-03-22T08:41:16.385" v="217"/>
        <pc:sldMkLst>
          <pc:docMk/>
          <pc:sldMk cId="813483317" sldId="258"/>
        </pc:sldMkLst>
        <pc:spChg chg="add mod">
          <ac:chgData name="권 기일" userId="2ef98fef2c7306f1" providerId="LiveId" clId="{980ABC12-8FA8-462C-B7B3-3AD23470B945}" dt="2023-03-22T08:41:16.385" v="217"/>
          <ac:spMkLst>
            <pc:docMk/>
            <pc:sldMk cId="813483317" sldId="258"/>
            <ac:spMk id="5" creationId="{9AB42B84-9ABB-DC6F-F083-B7AD066D1645}"/>
          </ac:spMkLst>
        </pc:spChg>
      </pc:sldChg>
      <pc:sldChg chg="addSp modSp">
        <pc:chgData name="권 기일" userId="2ef98fef2c7306f1" providerId="LiveId" clId="{980ABC12-8FA8-462C-B7B3-3AD23470B945}" dt="2023-03-22T08:41:18.528" v="218"/>
        <pc:sldMkLst>
          <pc:docMk/>
          <pc:sldMk cId="2741871728" sldId="259"/>
        </pc:sldMkLst>
        <pc:spChg chg="add mod">
          <ac:chgData name="권 기일" userId="2ef98fef2c7306f1" providerId="LiveId" clId="{980ABC12-8FA8-462C-B7B3-3AD23470B945}" dt="2023-03-22T08:41:18.528" v="218"/>
          <ac:spMkLst>
            <pc:docMk/>
            <pc:sldMk cId="2741871728" sldId="259"/>
            <ac:spMk id="5" creationId="{6533DDC8-245E-2E1C-B937-D2910ED2EBAA}"/>
          </ac:spMkLst>
        </pc:spChg>
      </pc:sldChg>
      <pc:sldChg chg="addSp modSp mod">
        <pc:chgData name="권 기일" userId="2ef98fef2c7306f1" providerId="LiveId" clId="{980ABC12-8FA8-462C-B7B3-3AD23470B945}" dt="2023-03-22T08:42:04.350" v="230"/>
        <pc:sldMkLst>
          <pc:docMk/>
          <pc:sldMk cId="3235289107" sldId="261"/>
        </pc:sldMkLst>
        <pc:spChg chg="add mod">
          <ac:chgData name="권 기일" userId="2ef98fef2c7306f1" providerId="LiveId" clId="{980ABC12-8FA8-462C-B7B3-3AD23470B945}" dt="2023-03-22T08:42:04.350" v="230"/>
          <ac:spMkLst>
            <pc:docMk/>
            <pc:sldMk cId="3235289107" sldId="261"/>
            <ac:spMk id="9" creationId="{DD4F75FA-B316-22E1-E2DE-EB8C6A59807A}"/>
          </ac:spMkLst>
        </pc:spChg>
      </pc:sldChg>
      <pc:sldChg chg="addSp modSp">
        <pc:chgData name="권 기일" userId="2ef98fef2c7306f1" providerId="LiveId" clId="{980ABC12-8FA8-462C-B7B3-3AD23470B945}" dt="2023-03-22T08:41:38.908" v="220"/>
        <pc:sldMkLst>
          <pc:docMk/>
          <pc:sldMk cId="1803541989" sldId="262"/>
        </pc:sldMkLst>
        <pc:spChg chg="add mod">
          <ac:chgData name="권 기일" userId="2ef98fef2c7306f1" providerId="LiveId" clId="{980ABC12-8FA8-462C-B7B3-3AD23470B945}" dt="2023-03-22T08:41:38.908" v="220"/>
          <ac:spMkLst>
            <pc:docMk/>
            <pc:sldMk cId="1803541989" sldId="262"/>
            <ac:spMk id="6" creationId="{65389C38-920D-C72E-9C6E-6380B641971F}"/>
          </ac:spMkLst>
        </pc:spChg>
      </pc:sldChg>
      <pc:sldChg chg="addSp modSp">
        <pc:chgData name="권 기일" userId="2ef98fef2c7306f1" providerId="LiveId" clId="{980ABC12-8FA8-462C-B7B3-3AD23470B945}" dt="2023-03-22T08:41:40.695" v="221"/>
        <pc:sldMkLst>
          <pc:docMk/>
          <pc:sldMk cId="1063870227" sldId="263"/>
        </pc:sldMkLst>
        <pc:spChg chg="add mod">
          <ac:chgData name="권 기일" userId="2ef98fef2c7306f1" providerId="LiveId" clId="{980ABC12-8FA8-462C-B7B3-3AD23470B945}" dt="2023-03-22T08:41:40.695" v="221"/>
          <ac:spMkLst>
            <pc:docMk/>
            <pc:sldMk cId="1063870227" sldId="263"/>
            <ac:spMk id="6" creationId="{8E3935CE-276F-E119-9BCD-D86E7F4C34D8}"/>
          </ac:spMkLst>
        </pc:spChg>
      </pc:sldChg>
      <pc:sldChg chg="addSp modSp">
        <pc:chgData name="권 기일" userId="2ef98fef2c7306f1" providerId="LiveId" clId="{980ABC12-8FA8-462C-B7B3-3AD23470B945}" dt="2023-03-22T08:41:44.252" v="222"/>
        <pc:sldMkLst>
          <pc:docMk/>
          <pc:sldMk cId="2790542022" sldId="264"/>
        </pc:sldMkLst>
        <pc:spChg chg="add mod">
          <ac:chgData name="권 기일" userId="2ef98fef2c7306f1" providerId="LiveId" clId="{980ABC12-8FA8-462C-B7B3-3AD23470B945}" dt="2023-03-22T08:41:44.252" v="222"/>
          <ac:spMkLst>
            <pc:docMk/>
            <pc:sldMk cId="2790542022" sldId="264"/>
            <ac:spMk id="5" creationId="{79A1C0E0-1A42-8823-0945-C3373EFDB631}"/>
          </ac:spMkLst>
        </pc:spChg>
      </pc:sldChg>
      <pc:sldChg chg="addSp modSp">
        <pc:chgData name="권 기일" userId="2ef98fef2c7306f1" providerId="LiveId" clId="{980ABC12-8FA8-462C-B7B3-3AD23470B945}" dt="2023-03-22T08:41:46.985" v="223"/>
        <pc:sldMkLst>
          <pc:docMk/>
          <pc:sldMk cId="2946049719" sldId="265"/>
        </pc:sldMkLst>
        <pc:spChg chg="add mod">
          <ac:chgData name="권 기일" userId="2ef98fef2c7306f1" providerId="LiveId" clId="{980ABC12-8FA8-462C-B7B3-3AD23470B945}" dt="2023-03-22T08:41:46.985" v="223"/>
          <ac:spMkLst>
            <pc:docMk/>
            <pc:sldMk cId="2946049719" sldId="265"/>
            <ac:spMk id="6" creationId="{436BE82B-D07E-0D5F-88BC-070620D87ECD}"/>
          </ac:spMkLst>
        </pc:spChg>
      </pc:sldChg>
      <pc:sldChg chg="addSp modSp mod">
        <pc:chgData name="권 기일" userId="2ef98fef2c7306f1" providerId="LiveId" clId="{980ABC12-8FA8-462C-B7B3-3AD23470B945}" dt="2023-03-22T08:41:12.884" v="216" actId="14100"/>
        <pc:sldMkLst>
          <pc:docMk/>
          <pc:sldMk cId="3000489110" sldId="266"/>
        </pc:sldMkLst>
        <pc:spChg chg="add mod">
          <ac:chgData name="권 기일" userId="2ef98fef2c7306f1" providerId="LiveId" clId="{980ABC12-8FA8-462C-B7B3-3AD23470B945}" dt="2023-03-22T08:41:12.884" v="216" actId="14100"/>
          <ac:spMkLst>
            <pc:docMk/>
            <pc:sldMk cId="3000489110" sldId="266"/>
            <ac:spMk id="4" creationId="{EBFBFA85-DF35-F7F4-259C-6643FE597CC7}"/>
          </ac:spMkLst>
        </pc:spChg>
      </pc:sldChg>
      <pc:sldChg chg="modSp mod">
        <pc:chgData name="권 기일" userId="2ef98fef2c7306f1" providerId="LiveId" clId="{980ABC12-8FA8-462C-B7B3-3AD23470B945}" dt="2023-03-22T08:46:39.343" v="305"/>
        <pc:sldMkLst>
          <pc:docMk/>
          <pc:sldMk cId="1267309627" sldId="267"/>
        </pc:sldMkLst>
        <pc:graphicFrameChg chg="mod modGraphic">
          <ac:chgData name="권 기일" userId="2ef98fef2c7306f1" providerId="LiveId" clId="{980ABC12-8FA8-462C-B7B3-3AD23470B945}" dt="2023-03-22T08:46:39.343" v="305"/>
          <ac:graphicFrameMkLst>
            <pc:docMk/>
            <pc:sldMk cId="1267309627" sldId="267"/>
            <ac:graphicFrameMk id="5" creationId="{BA6DFE06-F426-71E1-8A01-1D8127DFA67B}"/>
          </ac:graphicFrameMkLst>
        </pc:graphicFrameChg>
      </pc:sldChg>
      <pc:sldChg chg="addSp modSp">
        <pc:chgData name="권 기일" userId="2ef98fef2c7306f1" providerId="LiveId" clId="{980ABC12-8FA8-462C-B7B3-3AD23470B945}" dt="2023-03-22T08:42:07.858" v="231"/>
        <pc:sldMkLst>
          <pc:docMk/>
          <pc:sldMk cId="2848631590" sldId="268"/>
        </pc:sldMkLst>
        <pc:spChg chg="add mod">
          <ac:chgData name="권 기일" userId="2ef98fef2c7306f1" providerId="LiveId" clId="{980ABC12-8FA8-462C-B7B3-3AD23470B945}" dt="2023-03-22T08:42:07.858" v="231"/>
          <ac:spMkLst>
            <pc:docMk/>
            <pc:sldMk cId="2848631590" sldId="268"/>
            <ac:spMk id="3" creationId="{D92CDF15-F1CE-F6F2-8847-43E45B9981E1}"/>
          </ac:spMkLst>
        </pc:spChg>
      </pc:sldChg>
      <pc:sldChg chg="addSp modSp">
        <pc:chgData name="권 기일" userId="2ef98fef2c7306f1" providerId="LiveId" clId="{980ABC12-8FA8-462C-B7B3-3AD23470B945}" dt="2023-03-22T08:42:10.507" v="232"/>
        <pc:sldMkLst>
          <pc:docMk/>
          <pc:sldMk cId="2910950966" sldId="269"/>
        </pc:sldMkLst>
        <pc:spChg chg="add mod">
          <ac:chgData name="권 기일" userId="2ef98fef2c7306f1" providerId="LiveId" clId="{980ABC12-8FA8-462C-B7B3-3AD23470B945}" dt="2023-03-22T08:42:10.507" v="232"/>
          <ac:spMkLst>
            <pc:docMk/>
            <pc:sldMk cId="2910950966" sldId="269"/>
            <ac:spMk id="3" creationId="{6660152B-B358-8D6A-27C6-EC40EED2F7AB}"/>
          </ac:spMkLst>
        </pc:spChg>
      </pc:sldChg>
      <pc:sldChg chg="addSp modSp">
        <pc:chgData name="권 기일" userId="2ef98fef2c7306f1" providerId="LiveId" clId="{980ABC12-8FA8-462C-B7B3-3AD23470B945}" dt="2023-03-22T08:42:21.014" v="233"/>
        <pc:sldMkLst>
          <pc:docMk/>
          <pc:sldMk cId="2060832629" sldId="270"/>
        </pc:sldMkLst>
        <pc:spChg chg="add mod">
          <ac:chgData name="권 기일" userId="2ef98fef2c7306f1" providerId="LiveId" clId="{980ABC12-8FA8-462C-B7B3-3AD23470B945}" dt="2023-03-22T08:42:21.014" v="233"/>
          <ac:spMkLst>
            <pc:docMk/>
            <pc:sldMk cId="2060832629" sldId="270"/>
            <ac:spMk id="3" creationId="{59D967AD-5D8C-BC18-1D7C-2C67C9F4EAB8}"/>
          </ac:spMkLst>
        </pc:spChg>
      </pc:sldChg>
      <pc:sldChg chg="addSp modSp">
        <pc:chgData name="권 기일" userId="2ef98fef2c7306f1" providerId="LiveId" clId="{980ABC12-8FA8-462C-B7B3-3AD23470B945}" dt="2023-03-22T08:45:32.436" v="234"/>
        <pc:sldMkLst>
          <pc:docMk/>
          <pc:sldMk cId="2701585709" sldId="271"/>
        </pc:sldMkLst>
        <pc:spChg chg="add mod">
          <ac:chgData name="권 기일" userId="2ef98fef2c7306f1" providerId="LiveId" clId="{980ABC12-8FA8-462C-B7B3-3AD23470B945}" dt="2023-03-22T08:45:32.436" v="234"/>
          <ac:spMkLst>
            <pc:docMk/>
            <pc:sldMk cId="2701585709" sldId="271"/>
            <ac:spMk id="3" creationId="{EC0B1B51-AA26-0796-D9A2-8EF604AE6AC4}"/>
          </ac:spMkLst>
        </pc:spChg>
      </pc:sldChg>
      <pc:sldChg chg="addSp modSp">
        <pc:chgData name="권 기일" userId="2ef98fef2c7306f1" providerId="LiveId" clId="{980ABC12-8FA8-462C-B7B3-3AD23470B945}" dt="2023-03-22T08:45:34.092" v="235"/>
        <pc:sldMkLst>
          <pc:docMk/>
          <pc:sldMk cId="3187846104" sldId="272"/>
        </pc:sldMkLst>
        <pc:spChg chg="add mod">
          <ac:chgData name="권 기일" userId="2ef98fef2c7306f1" providerId="LiveId" clId="{980ABC12-8FA8-462C-B7B3-3AD23470B945}" dt="2023-03-22T08:45:34.092" v="235"/>
          <ac:spMkLst>
            <pc:docMk/>
            <pc:sldMk cId="3187846104" sldId="272"/>
            <ac:spMk id="3" creationId="{B876E981-F029-600F-4119-1EA737A8B5E5}"/>
          </ac:spMkLst>
        </pc:spChg>
      </pc:sldChg>
      <pc:sldChg chg="addSp modSp">
        <pc:chgData name="권 기일" userId="2ef98fef2c7306f1" providerId="LiveId" clId="{980ABC12-8FA8-462C-B7B3-3AD23470B945}" dt="2023-03-22T08:45:35.882" v="236"/>
        <pc:sldMkLst>
          <pc:docMk/>
          <pc:sldMk cId="2438698586" sldId="273"/>
        </pc:sldMkLst>
        <pc:spChg chg="add mod">
          <ac:chgData name="권 기일" userId="2ef98fef2c7306f1" providerId="LiveId" clId="{980ABC12-8FA8-462C-B7B3-3AD23470B945}" dt="2023-03-22T08:45:35.882" v="236"/>
          <ac:spMkLst>
            <pc:docMk/>
            <pc:sldMk cId="2438698586" sldId="273"/>
            <ac:spMk id="3" creationId="{36643819-AA84-3BD7-F0CB-A79B56A185A4}"/>
          </ac:spMkLst>
        </pc:spChg>
      </pc:sldChg>
      <pc:sldChg chg="addSp modSp">
        <pc:chgData name="권 기일" userId="2ef98fef2c7306f1" providerId="LiveId" clId="{980ABC12-8FA8-462C-B7B3-3AD23470B945}" dt="2023-03-22T08:46:11.002" v="256"/>
        <pc:sldMkLst>
          <pc:docMk/>
          <pc:sldMk cId="1189944117" sldId="274"/>
        </pc:sldMkLst>
        <pc:spChg chg="add mod">
          <ac:chgData name="권 기일" userId="2ef98fef2c7306f1" providerId="LiveId" clId="{980ABC12-8FA8-462C-B7B3-3AD23470B945}" dt="2023-03-22T08:46:11.002" v="256"/>
          <ac:spMkLst>
            <pc:docMk/>
            <pc:sldMk cId="1189944117" sldId="274"/>
            <ac:spMk id="3" creationId="{F31B9792-C84E-92CD-1439-5345EB42362D}"/>
          </ac:spMkLst>
        </pc:spChg>
      </pc:sldChg>
      <pc:sldChg chg="addSp modSp mod">
        <pc:chgData name="권 기일" userId="2ef98fef2c7306f1" providerId="LiveId" clId="{980ABC12-8FA8-462C-B7B3-3AD23470B945}" dt="2023-03-22T08:46:08.102" v="255"/>
        <pc:sldMkLst>
          <pc:docMk/>
          <pc:sldMk cId="1751664730" sldId="275"/>
        </pc:sldMkLst>
        <pc:spChg chg="add mod">
          <ac:chgData name="권 기일" userId="2ef98fef2c7306f1" providerId="LiveId" clId="{980ABC12-8FA8-462C-B7B3-3AD23470B945}" dt="2023-03-22T08:46:08.102" v="255"/>
          <ac:spMkLst>
            <pc:docMk/>
            <pc:sldMk cId="1751664730" sldId="275"/>
            <ac:spMk id="3" creationId="{3DC674C3-AAF9-9004-5B1E-F1C6B02729F7}"/>
          </ac:spMkLst>
        </pc:spChg>
      </pc:sldChg>
      <pc:sldChg chg="addSp modSp">
        <pc:chgData name="권 기일" userId="2ef98fef2c7306f1" providerId="LiveId" clId="{980ABC12-8FA8-462C-B7B3-3AD23470B945}" dt="2023-03-22T08:46:13.509" v="257"/>
        <pc:sldMkLst>
          <pc:docMk/>
          <pc:sldMk cId="3194240049" sldId="276"/>
        </pc:sldMkLst>
        <pc:spChg chg="add mod">
          <ac:chgData name="권 기일" userId="2ef98fef2c7306f1" providerId="LiveId" clId="{980ABC12-8FA8-462C-B7B3-3AD23470B945}" dt="2023-03-22T08:46:13.509" v="257"/>
          <ac:spMkLst>
            <pc:docMk/>
            <pc:sldMk cId="3194240049" sldId="276"/>
            <ac:spMk id="3" creationId="{E4F034E0-FC40-96B9-686E-1E91A8E42B34}"/>
          </ac:spMkLst>
        </pc:spChg>
      </pc:sldChg>
      <pc:sldChg chg="addSp delSp modSp add mod">
        <pc:chgData name="권 기일" userId="2ef98fef2c7306f1" providerId="LiveId" clId="{980ABC12-8FA8-462C-B7B3-3AD23470B945}" dt="2023-03-22T08:46:54.044" v="306" actId="1076"/>
        <pc:sldMkLst>
          <pc:docMk/>
          <pc:sldMk cId="2987585528" sldId="277"/>
        </pc:sldMkLst>
        <pc:spChg chg="add del mod">
          <ac:chgData name="권 기일" userId="2ef98fef2c7306f1" providerId="LiveId" clId="{980ABC12-8FA8-462C-B7B3-3AD23470B945}" dt="2023-03-22T08:36:15.443" v="21" actId="478"/>
          <ac:spMkLst>
            <pc:docMk/>
            <pc:sldMk cId="2987585528" sldId="277"/>
            <ac:spMk id="2" creationId="{1745159D-714F-FACE-1101-14F47F02AE28}"/>
          </ac:spMkLst>
        </pc:spChg>
        <pc:spChg chg="add mod">
          <ac:chgData name="권 기일" userId="2ef98fef2c7306f1" providerId="LiveId" clId="{980ABC12-8FA8-462C-B7B3-3AD23470B945}" dt="2023-03-22T08:46:54.044" v="306" actId="1076"/>
          <ac:spMkLst>
            <pc:docMk/>
            <pc:sldMk cId="2987585528" sldId="277"/>
            <ac:spMk id="3" creationId="{2D79C720-5C27-194C-EDEA-A49E7A01F663}"/>
          </ac:spMkLst>
        </pc:spChg>
        <pc:spChg chg="mod">
          <ac:chgData name="권 기일" userId="2ef98fef2c7306f1" providerId="LiveId" clId="{980ABC12-8FA8-462C-B7B3-3AD23470B945}" dt="2023-03-22T08:34:54.959" v="13" actId="20577"/>
          <ac:spMkLst>
            <pc:docMk/>
            <pc:sldMk cId="2987585528" sldId="277"/>
            <ac:spMk id="4" creationId="{5722B5EC-C259-FBC1-A7AD-C1702CF29CB4}"/>
          </ac:spMkLst>
        </pc:spChg>
        <pc:spChg chg="add mod">
          <ac:chgData name="권 기일" userId="2ef98fef2c7306f1" providerId="LiveId" clId="{980ABC12-8FA8-462C-B7B3-3AD23470B945}" dt="2023-03-22T08:46:54.044" v="306" actId="1076"/>
          <ac:spMkLst>
            <pc:docMk/>
            <pc:sldMk cId="2987585528" sldId="277"/>
            <ac:spMk id="6" creationId="{5A5998AB-AEFD-7F6C-80D8-8858F39AD5C6}"/>
          </ac:spMkLst>
        </pc:spChg>
        <pc:spChg chg="add mod">
          <ac:chgData name="권 기일" userId="2ef98fef2c7306f1" providerId="LiveId" clId="{980ABC12-8FA8-462C-B7B3-3AD23470B945}" dt="2023-03-22T08:46:54.044" v="306" actId="1076"/>
          <ac:spMkLst>
            <pc:docMk/>
            <pc:sldMk cId="2987585528" sldId="277"/>
            <ac:spMk id="7" creationId="{6ED01788-C0BA-7CD5-326D-D4C9880C1D96}"/>
          </ac:spMkLst>
        </pc:spChg>
        <pc:spChg chg="add mod">
          <ac:chgData name="권 기일" userId="2ef98fef2c7306f1" providerId="LiveId" clId="{980ABC12-8FA8-462C-B7B3-3AD23470B945}" dt="2023-03-22T08:46:54.044" v="306" actId="1076"/>
          <ac:spMkLst>
            <pc:docMk/>
            <pc:sldMk cId="2987585528" sldId="277"/>
            <ac:spMk id="8" creationId="{D762710C-B1CA-73C3-DB8C-CA75A49F8B86}"/>
          </ac:spMkLst>
        </pc:spChg>
        <pc:spChg chg="add mod">
          <ac:chgData name="권 기일" userId="2ef98fef2c7306f1" providerId="LiveId" clId="{980ABC12-8FA8-462C-B7B3-3AD23470B945}" dt="2023-03-22T08:46:54.044" v="306" actId="1076"/>
          <ac:spMkLst>
            <pc:docMk/>
            <pc:sldMk cId="2987585528" sldId="277"/>
            <ac:spMk id="9" creationId="{0BB22224-89ED-D3D0-3483-8C7AC6739A40}"/>
          </ac:spMkLst>
        </pc:spChg>
        <pc:spChg chg="add mod">
          <ac:chgData name="권 기일" userId="2ef98fef2c7306f1" providerId="LiveId" clId="{980ABC12-8FA8-462C-B7B3-3AD23470B945}" dt="2023-03-22T08:46:54.044" v="306" actId="1076"/>
          <ac:spMkLst>
            <pc:docMk/>
            <pc:sldMk cId="2987585528" sldId="277"/>
            <ac:spMk id="10" creationId="{175CA4F4-0D69-27DA-8D27-22448614FA46}"/>
          </ac:spMkLst>
        </pc:spChg>
        <pc:spChg chg="add mod ord">
          <ac:chgData name="권 기일" userId="2ef98fef2c7306f1" providerId="LiveId" clId="{980ABC12-8FA8-462C-B7B3-3AD23470B945}" dt="2023-03-22T08:39:52.021" v="171" actId="1076"/>
          <ac:spMkLst>
            <pc:docMk/>
            <pc:sldMk cId="2987585528" sldId="277"/>
            <ac:spMk id="11" creationId="{0BEBE2BF-5A35-DC0E-2895-ED3ACEC775D6}"/>
          </ac:spMkLst>
        </pc:spChg>
        <pc:graphicFrameChg chg="del">
          <ac:chgData name="권 기일" userId="2ef98fef2c7306f1" providerId="LiveId" clId="{980ABC12-8FA8-462C-B7B3-3AD23470B945}" dt="2023-03-22T08:34:48.456" v="1" actId="478"/>
          <ac:graphicFrameMkLst>
            <pc:docMk/>
            <pc:sldMk cId="2987585528" sldId="277"/>
            <ac:graphicFrameMk id="5" creationId="{BA6DFE06-F426-71E1-8A01-1D8127DFA67B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D83FC5-F53C-423A-AD97-41610257FA79}" type="datetimeFigureOut">
              <a:rPr lang="ko-KR" altLang="en-US" smtClean="0"/>
              <a:t>2023-03-22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DE5298-9DB2-4872-8A74-4BAABF25D9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564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E5298-9DB2-4872-8A74-4BAABF25D97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6537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E5298-9DB2-4872-8A74-4BAABF25D97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662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E5298-9DB2-4872-8A74-4BAABF25D97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10725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E5298-9DB2-4872-8A74-4BAABF25D97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116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E5298-9DB2-4872-8A74-4BAABF25D97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4917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E5298-9DB2-4872-8A74-4BAABF25D97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7324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E5298-9DB2-4872-8A74-4BAABF25D97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926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E5298-9DB2-4872-8A74-4BAABF25D97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6912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E5298-9DB2-4872-8A74-4BAABF25D97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1806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E5298-9DB2-4872-8A74-4BAABF25D97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8322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E5298-9DB2-4872-8A74-4BAABF25D97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0756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E5298-9DB2-4872-8A74-4BAABF25D97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5667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E5298-9DB2-4872-8A74-4BAABF25D974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1947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E5298-9DB2-4872-8A74-4BAABF25D97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81452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E5298-9DB2-4872-8A74-4BAABF25D974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6629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E5298-9DB2-4872-8A74-4BAABF25D97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0900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E5298-9DB2-4872-8A74-4BAABF25D974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378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43"/>
          <p:cNvSpPr txBox="1">
            <a:spLocks/>
          </p:cNvSpPr>
          <p:nvPr userDrawn="1"/>
        </p:nvSpPr>
        <p:spPr bwMode="auto">
          <a:xfrm>
            <a:off x="5668108" y="6634164"/>
            <a:ext cx="844062" cy="179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wrap="none" lIns="0" tIns="0" rIns="0" bIns="0" anchor="ctr"/>
          <a:lstStyle>
            <a:lvl1pPr defTabSz="4572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rgbClr val="898989"/>
                </a:solidFill>
                <a:latin typeface="Cambria" panose="02040503050406030204" pitchFamily="18" charset="0"/>
                <a:ea typeface="나눔고딕" panose="020D0604000000000000" pitchFamily="50" charset="-127"/>
              </a:rPr>
              <a:t>- </a:t>
            </a:r>
            <a:fld id="{1CF78988-1EEF-451C-8B37-427922FE6077}" type="slidenum">
              <a:rPr lang="en-US" altLang="ko-KR" sz="1000">
                <a:solidFill>
                  <a:srgbClr val="898989"/>
                </a:solidFill>
                <a:latin typeface="Cambria" panose="02040503050406030204" pitchFamily="18" charset="0"/>
                <a:ea typeface="나눔고딕" panose="020D0604000000000000" pitchFamily="50" charset="-127"/>
              </a:rPr>
              <a:pPr algn="ctr" eaLnBrk="1" latinLnBrk="1" hangingPunct="1"/>
              <a:t>‹#›</a:t>
            </a:fld>
            <a:r>
              <a:rPr lang="en-US" altLang="ko-KR" sz="1000">
                <a:solidFill>
                  <a:srgbClr val="898989"/>
                </a:solidFill>
                <a:latin typeface="Cambria" panose="02040503050406030204" pitchFamily="18" charset="0"/>
                <a:ea typeface="나눔고딕" panose="020D0604000000000000" pitchFamily="50" charset="-127"/>
              </a:rPr>
              <a:t> -</a:t>
            </a:r>
          </a:p>
        </p:txBody>
      </p:sp>
      <p:sp>
        <p:nvSpPr>
          <p:cNvPr id="8" name="직사각형 28"/>
          <p:cNvSpPr/>
          <p:nvPr userDrawn="1"/>
        </p:nvSpPr>
        <p:spPr bwMode="auto">
          <a:xfrm>
            <a:off x="261815" y="446088"/>
            <a:ext cx="806939" cy="23336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화면경로</a:t>
            </a:r>
          </a:p>
        </p:txBody>
      </p:sp>
      <p:sp>
        <p:nvSpPr>
          <p:cNvPr id="9" name="직사각형 26"/>
          <p:cNvSpPr/>
          <p:nvPr userDrawn="1"/>
        </p:nvSpPr>
        <p:spPr>
          <a:xfrm>
            <a:off x="261816" y="446088"/>
            <a:ext cx="9122508" cy="23336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800" dirty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28"/>
          <p:cNvSpPr/>
          <p:nvPr userDrawn="1"/>
        </p:nvSpPr>
        <p:spPr bwMode="auto">
          <a:xfrm>
            <a:off x="6768123" y="212726"/>
            <a:ext cx="806939" cy="23336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ID</a:t>
            </a:r>
            <a:endParaRPr lang="ko-KR" altLang="en-US" sz="8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28"/>
          <p:cNvSpPr/>
          <p:nvPr userDrawn="1"/>
        </p:nvSpPr>
        <p:spPr bwMode="auto">
          <a:xfrm>
            <a:off x="261815" y="212726"/>
            <a:ext cx="806939" cy="23336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화면명</a:t>
            </a:r>
          </a:p>
        </p:txBody>
      </p:sp>
      <p:sp>
        <p:nvSpPr>
          <p:cNvPr id="12" name="직사각형 26"/>
          <p:cNvSpPr/>
          <p:nvPr userDrawn="1"/>
        </p:nvSpPr>
        <p:spPr>
          <a:xfrm>
            <a:off x="6768123" y="212726"/>
            <a:ext cx="2616201" cy="23336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800" dirty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7575062" y="215901"/>
            <a:ext cx="0" cy="233363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직사각형 26"/>
          <p:cNvSpPr/>
          <p:nvPr userDrawn="1"/>
        </p:nvSpPr>
        <p:spPr>
          <a:xfrm>
            <a:off x="9906000" y="212726"/>
            <a:ext cx="2018324" cy="23336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8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28"/>
          <p:cNvSpPr/>
          <p:nvPr userDrawn="1"/>
        </p:nvSpPr>
        <p:spPr bwMode="auto">
          <a:xfrm>
            <a:off x="9384324" y="212726"/>
            <a:ext cx="521676" cy="23336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구분</a:t>
            </a:r>
          </a:p>
        </p:txBody>
      </p:sp>
      <p:sp>
        <p:nvSpPr>
          <p:cNvPr id="16" name="직사각형 26"/>
          <p:cNvSpPr/>
          <p:nvPr userDrawn="1"/>
        </p:nvSpPr>
        <p:spPr>
          <a:xfrm>
            <a:off x="9384324" y="679451"/>
            <a:ext cx="2540000" cy="23336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800" dirty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/>
          <p:cNvSpPr/>
          <p:nvPr userDrawn="1"/>
        </p:nvSpPr>
        <p:spPr>
          <a:xfrm>
            <a:off x="261816" y="212726"/>
            <a:ext cx="9122508" cy="637857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800" dirty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26"/>
          <p:cNvSpPr/>
          <p:nvPr userDrawn="1"/>
        </p:nvSpPr>
        <p:spPr>
          <a:xfrm>
            <a:off x="9384324" y="212726"/>
            <a:ext cx="2540000" cy="637857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800" dirty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28"/>
          <p:cNvSpPr/>
          <p:nvPr userDrawn="1"/>
        </p:nvSpPr>
        <p:spPr bwMode="auto">
          <a:xfrm>
            <a:off x="9384324" y="679451"/>
            <a:ext cx="2540000" cy="23336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Description</a:t>
            </a:r>
            <a:endParaRPr lang="ko-KR" altLang="en-US" sz="8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28"/>
          <p:cNvSpPr/>
          <p:nvPr userDrawn="1"/>
        </p:nvSpPr>
        <p:spPr bwMode="auto">
          <a:xfrm>
            <a:off x="9384324" y="446088"/>
            <a:ext cx="521676" cy="23336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작성자</a:t>
            </a:r>
          </a:p>
        </p:txBody>
      </p:sp>
      <p:sp>
        <p:nvSpPr>
          <p:cNvPr id="21" name="직사각형 28"/>
          <p:cNvSpPr/>
          <p:nvPr userDrawn="1"/>
        </p:nvSpPr>
        <p:spPr bwMode="auto">
          <a:xfrm>
            <a:off x="10615247" y="446088"/>
            <a:ext cx="500185" cy="23336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작성일</a:t>
            </a:r>
          </a:p>
        </p:txBody>
      </p:sp>
      <p:sp>
        <p:nvSpPr>
          <p:cNvPr id="22" name="직사각형 26"/>
          <p:cNvSpPr/>
          <p:nvPr userDrawn="1"/>
        </p:nvSpPr>
        <p:spPr>
          <a:xfrm>
            <a:off x="6768123" y="212726"/>
            <a:ext cx="2616201" cy="23336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800" dirty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8"/>
          <p:cNvSpPr/>
          <p:nvPr userDrawn="1"/>
        </p:nvSpPr>
        <p:spPr bwMode="auto">
          <a:xfrm>
            <a:off x="9972851" y="446088"/>
            <a:ext cx="521676" cy="23336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anchor="ctr"/>
          <a:lstStyle/>
          <a:p>
            <a:pPr algn="l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8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8"/>
          <p:cNvSpPr/>
          <p:nvPr userDrawn="1"/>
        </p:nvSpPr>
        <p:spPr bwMode="auto">
          <a:xfrm>
            <a:off x="9970824" y="215959"/>
            <a:ext cx="668215" cy="23336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anchor="ctr"/>
          <a:lstStyle/>
          <a:p>
            <a:pPr algn="l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8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8">
            <a:extLst>
              <a:ext uri="{FF2B5EF4-FFF2-40B4-BE49-F238E27FC236}">
                <a16:creationId xmlns:a16="http://schemas.microsoft.com/office/drawing/2014/main" id="{F6897EC9-93CA-423E-9F1F-0CC5F842F419}"/>
              </a:ext>
            </a:extLst>
          </p:cNvPr>
          <p:cNvSpPr/>
          <p:nvPr userDrawn="1"/>
        </p:nvSpPr>
        <p:spPr bwMode="auto">
          <a:xfrm>
            <a:off x="11157422" y="446088"/>
            <a:ext cx="521676" cy="23336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anchor="ctr"/>
          <a:lstStyle/>
          <a:p>
            <a:pPr algn="l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8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297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43"/>
          <p:cNvSpPr txBox="1">
            <a:spLocks/>
          </p:cNvSpPr>
          <p:nvPr userDrawn="1"/>
        </p:nvSpPr>
        <p:spPr bwMode="auto">
          <a:xfrm>
            <a:off x="5668108" y="6634164"/>
            <a:ext cx="844062" cy="179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wrap="none" lIns="0" tIns="0" rIns="0" bIns="0" anchor="ctr"/>
          <a:lstStyle>
            <a:lvl1pPr defTabSz="4572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/>
            <a:r>
              <a:rPr lang="en-US" altLang="ko-KR" sz="1000">
                <a:solidFill>
                  <a:srgbClr val="898989"/>
                </a:solidFill>
                <a:latin typeface="Cambria" panose="02040503050406030204" pitchFamily="18" charset="0"/>
                <a:ea typeface="나눔고딕" panose="020D0604000000000000" pitchFamily="50" charset="-127"/>
              </a:rPr>
              <a:t>- </a:t>
            </a:r>
            <a:fld id="{1CF78988-1EEF-451C-8B37-427922FE6077}" type="slidenum">
              <a:rPr lang="en-US" altLang="ko-KR" sz="1000">
                <a:solidFill>
                  <a:srgbClr val="898989"/>
                </a:solidFill>
                <a:latin typeface="Cambria" panose="02040503050406030204" pitchFamily="18" charset="0"/>
                <a:ea typeface="나눔고딕" panose="020D0604000000000000" pitchFamily="50" charset="-127"/>
              </a:rPr>
              <a:pPr algn="ctr" eaLnBrk="1" latinLnBrk="1" hangingPunct="1"/>
              <a:t>‹#›</a:t>
            </a:fld>
            <a:r>
              <a:rPr lang="en-US" altLang="ko-KR" sz="1000">
                <a:solidFill>
                  <a:srgbClr val="898989"/>
                </a:solidFill>
                <a:latin typeface="Cambria" panose="02040503050406030204" pitchFamily="18" charset="0"/>
                <a:ea typeface="나눔고딕" panose="020D0604000000000000" pitchFamily="50" charset="-127"/>
              </a:rPr>
              <a:t> -</a:t>
            </a:r>
          </a:p>
        </p:txBody>
      </p:sp>
      <p:sp>
        <p:nvSpPr>
          <p:cNvPr id="8" name="직사각형 28"/>
          <p:cNvSpPr/>
          <p:nvPr userDrawn="1"/>
        </p:nvSpPr>
        <p:spPr bwMode="auto">
          <a:xfrm>
            <a:off x="261815" y="446088"/>
            <a:ext cx="806939" cy="23336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화면경로</a:t>
            </a:r>
          </a:p>
        </p:txBody>
      </p:sp>
      <p:sp>
        <p:nvSpPr>
          <p:cNvPr id="9" name="직사각형 26"/>
          <p:cNvSpPr/>
          <p:nvPr userDrawn="1"/>
        </p:nvSpPr>
        <p:spPr>
          <a:xfrm>
            <a:off x="261815" y="446088"/>
            <a:ext cx="11662507" cy="23336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800" dirty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28"/>
          <p:cNvSpPr/>
          <p:nvPr userDrawn="1"/>
        </p:nvSpPr>
        <p:spPr bwMode="auto">
          <a:xfrm>
            <a:off x="6768123" y="212726"/>
            <a:ext cx="806939" cy="23336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</a:t>
            </a:r>
            <a:r>
              <a:rPr lang="en-US" altLang="ko-KR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ID</a:t>
            </a:r>
            <a:endParaRPr lang="ko-KR" altLang="en-US" sz="8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28"/>
          <p:cNvSpPr/>
          <p:nvPr userDrawn="1"/>
        </p:nvSpPr>
        <p:spPr bwMode="auto">
          <a:xfrm>
            <a:off x="261815" y="212726"/>
            <a:ext cx="806939" cy="23336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화면명</a:t>
            </a:r>
          </a:p>
        </p:txBody>
      </p:sp>
      <p:sp>
        <p:nvSpPr>
          <p:cNvPr id="12" name="직사각형 26"/>
          <p:cNvSpPr/>
          <p:nvPr userDrawn="1"/>
        </p:nvSpPr>
        <p:spPr>
          <a:xfrm>
            <a:off x="6768123" y="212726"/>
            <a:ext cx="2616201" cy="23336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800" dirty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7575062" y="215901"/>
            <a:ext cx="0" cy="233363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직사각형 26"/>
          <p:cNvSpPr/>
          <p:nvPr userDrawn="1"/>
        </p:nvSpPr>
        <p:spPr>
          <a:xfrm>
            <a:off x="9906000" y="212726"/>
            <a:ext cx="2018324" cy="23336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8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28"/>
          <p:cNvSpPr/>
          <p:nvPr userDrawn="1"/>
        </p:nvSpPr>
        <p:spPr bwMode="auto">
          <a:xfrm>
            <a:off x="9384324" y="212726"/>
            <a:ext cx="521676" cy="23336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구분</a:t>
            </a:r>
          </a:p>
        </p:txBody>
      </p:sp>
      <p:sp>
        <p:nvSpPr>
          <p:cNvPr id="17" name="직사각형 16"/>
          <p:cNvSpPr/>
          <p:nvPr userDrawn="1"/>
        </p:nvSpPr>
        <p:spPr>
          <a:xfrm>
            <a:off x="261816" y="212726"/>
            <a:ext cx="11662508" cy="637857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800" dirty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28"/>
          <p:cNvSpPr/>
          <p:nvPr userDrawn="1"/>
        </p:nvSpPr>
        <p:spPr bwMode="auto">
          <a:xfrm>
            <a:off x="9384324" y="446088"/>
            <a:ext cx="521676" cy="23336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작성자</a:t>
            </a:r>
          </a:p>
        </p:txBody>
      </p:sp>
      <p:sp>
        <p:nvSpPr>
          <p:cNvPr id="21" name="직사각형 28"/>
          <p:cNvSpPr/>
          <p:nvPr userDrawn="1"/>
        </p:nvSpPr>
        <p:spPr bwMode="auto">
          <a:xfrm>
            <a:off x="10615247" y="446088"/>
            <a:ext cx="500185" cy="23336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8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작성일</a:t>
            </a:r>
          </a:p>
        </p:txBody>
      </p:sp>
      <p:sp>
        <p:nvSpPr>
          <p:cNvPr id="22" name="직사각형 26"/>
          <p:cNvSpPr/>
          <p:nvPr userDrawn="1"/>
        </p:nvSpPr>
        <p:spPr>
          <a:xfrm>
            <a:off x="6768123" y="212726"/>
            <a:ext cx="2616201" cy="23336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800" dirty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8"/>
          <p:cNvSpPr/>
          <p:nvPr userDrawn="1"/>
        </p:nvSpPr>
        <p:spPr bwMode="auto">
          <a:xfrm>
            <a:off x="9972851" y="446088"/>
            <a:ext cx="521676" cy="23336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anchor="ctr"/>
          <a:lstStyle/>
          <a:p>
            <a:pPr algn="l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8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8"/>
          <p:cNvSpPr/>
          <p:nvPr userDrawn="1"/>
        </p:nvSpPr>
        <p:spPr bwMode="auto">
          <a:xfrm>
            <a:off x="9970824" y="215959"/>
            <a:ext cx="668215" cy="23336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anchor="ctr"/>
          <a:lstStyle/>
          <a:p>
            <a:pPr algn="l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8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8">
            <a:extLst>
              <a:ext uri="{FF2B5EF4-FFF2-40B4-BE49-F238E27FC236}">
                <a16:creationId xmlns:a16="http://schemas.microsoft.com/office/drawing/2014/main" id="{F6897EC9-93CA-423E-9F1F-0CC5F842F419}"/>
              </a:ext>
            </a:extLst>
          </p:cNvPr>
          <p:cNvSpPr/>
          <p:nvPr userDrawn="1"/>
        </p:nvSpPr>
        <p:spPr bwMode="auto">
          <a:xfrm>
            <a:off x="11157422" y="446088"/>
            <a:ext cx="521676" cy="23336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anchor="ctr"/>
          <a:lstStyle/>
          <a:p>
            <a:pPr algn="l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8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31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00968"/>
              </p:ext>
            </p:extLst>
          </p:nvPr>
        </p:nvGraphicFramePr>
        <p:xfrm>
          <a:off x="9060872" y="5986318"/>
          <a:ext cx="2926757" cy="647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0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5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kern="100" dirty="0" err="1"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Times New Roman"/>
                        </a:rPr>
                        <a:t>버</a:t>
                      </a:r>
                      <a:r>
                        <a:rPr lang="ko-KR" altLang="en-US" sz="800" b="1" kern="100" baseline="0" dirty="0"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Times New Roman"/>
                        </a:rPr>
                        <a:t> </a:t>
                      </a:r>
                      <a:r>
                        <a:rPr lang="ko-KR" altLang="en-US" sz="800" b="1" kern="100" dirty="0"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Times New Roman"/>
                        </a:rPr>
                        <a:t>전</a:t>
                      </a:r>
                      <a:endParaRPr lang="ko-KR" sz="800" b="1" kern="100" dirty="0"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  <a:cs typeface="Times New Roman"/>
                      </a:endParaRPr>
                    </a:p>
                  </a:txBody>
                  <a:tcPr marL="10999" marR="10999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ko-KR" sz="800" b="0" kern="100" dirty="0"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999" marR="10999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800" b="1" kern="100" dirty="0"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작성일자</a:t>
                      </a:r>
                      <a:endParaRPr lang="ko-KR" sz="800" b="1" kern="100" dirty="0"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  <a:cs typeface="Times New Roman"/>
                      </a:endParaRPr>
                    </a:p>
                  </a:txBody>
                  <a:tcPr marL="10999" marR="10999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800" b="0" kern="100" dirty="0"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  <a:cs typeface="Times New Roman"/>
                      </a:endParaRPr>
                    </a:p>
                  </a:txBody>
                  <a:tcPr marL="10999" marR="10999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kern="100" dirty="0"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Times New Roman"/>
                        </a:rPr>
                        <a:t>작 성 자</a:t>
                      </a:r>
                      <a:endParaRPr lang="ko-KR" sz="800" b="1" kern="100" dirty="0"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  <a:cs typeface="Times New Roman"/>
                      </a:endParaRPr>
                    </a:p>
                  </a:txBody>
                  <a:tcPr marL="10999" marR="10999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800" b="0" kern="100" dirty="0"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  <a:cs typeface="Times New Roman"/>
                      </a:endParaRPr>
                    </a:p>
                  </a:txBody>
                  <a:tcPr marL="10999" marR="10999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479426" y="2476431"/>
            <a:ext cx="11233151" cy="1084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1" lang="ko-KR" altLang="en-US" sz="3600" dirty="0">
                <a:solidFill>
                  <a:srgbClr val="404040"/>
                </a:solidFill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7" name="텍스트 개체 틀 9"/>
          <p:cNvSpPr>
            <a:spLocks noGrp="1"/>
          </p:cNvSpPr>
          <p:nvPr>
            <p:ph type="body" sz="quarter" idx="10" hasCustomPrompt="1"/>
          </p:nvPr>
        </p:nvSpPr>
        <p:spPr>
          <a:xfrm>
            <a:off x="9991897" y="5991627"/>
            <a:ext cx="1994999" cy="642391"/>
          </a:xfrm>
          <a:prstGeom prst="rect">
            <a:avLst/>
          </a:prstGeom>
        </p:spPr>
        <p:txBody>
          <a:bodyPr tIns="36000" bIns="36000" anchor="t" anchorCtr="0"/>
          <a:lstStyle>
            <a:lvl1pPr marL="270322" marR="0" indent="-270322" algn="ctr" defTabSz="720858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84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algn="ctr">
              <a:lnSpc>
                <a:spcPct val="150000"/>
              </a:lnSpc>
              <a:defRPr sz="63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algn="ctr">
              <a:lnSpc>
                <a:spcPct val="150000"/>
              </a:lnSpc>
              <a:defRPr sz="63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algn="ctr">
              <a:lnSpc>
                <a:spcPct val="150000"/>
              </a:lnSpc>
              <a:defRPr sz="63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algn="ctr">
              <a:lnSpc>
                <a:spcPct val="150000"/>
              </a:lnSpc>
              <a:defRPr sz="63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</p:spTree>
    <p:extLst>
      <p:ext uri="{BB962C8B-B14F-4D97-AF65-F5344CB8AC3E}">
        <p14:creationId xmlns:p14="http://schemas.microsoft.com/office/powerpoint/2010/main" val="1321979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5284D8-8130-40F0-B59D-FB07F3548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EAF961F-A7E3-455E-B805-604EE01FB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468B5B-14DB-426A-B6A8-0C58604EF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AFB67-C9E2-4E40-9CF1-634E049AC8DD}" type="datetimeFigureOut">
              <a:rPr lang="ko-KR" altLang="en-US" smtClean="0"/>
              <a:t>2023-03-22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6AE6D-42EA-47E1-B2F4-17DE4BE2D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C8110A-4D50-4AB8-ABBD-00248512F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EAC9-3902-4C7B-BB3A-9B0AB882E2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314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141812-83C2-4013-93BB-AFE5983AC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5733F5-023D-4613-AD46-555EC69EA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1DB4E6-C02F-4931-A5B8-28E7E2976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AFB67-C9E2-4E40-9CF1-634E049AC8DD}" type="datetimeFigureOut">
              <a:rPr lang="ko-KR" altLang="en-US" smtClean="0"/>
              <a:t>2023-03-22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6FC222-34DA-4BC0-A51B-AF6223AB0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5E2C77-CBD2-4B2E-A90C-9350FC863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EAC9-3902-4C7B-BB3A-9B0AB882E2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001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018A70-2467-4F5C-9617-FC827EC7D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C5B270-D74D-4378-92F8-E39F51028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303D65-E53D-406E-871D-5661D19D4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AFB67-C9E2-4E40-9CF1-634E049AC8DD}" type="datetimeFigureOut">
              <a:rPr lang="ko-KR" altLang="en-US" smtClean="0"/>
              <a:t>2023-03-22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CAA3C4-5BD4-4557-8AF4-91BF76C06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1D2F79-FF63-40FB-8545-CD5320902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EAC9-3902-4C7B-BB3A-9B0AB882E2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609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239D3E-BC12-41BC-9C15-9847A7771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1AA38A-3C6A-4121-83BE-D144F85CAC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ACCE5A-53D8-49A3-84A4-EB0D2F9F8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8C1091-DB31-49B0-A2B4-CF56E9E55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AFB67-C9E2-4E40-9CF1-634E049AC8DD}" type="datetimeFigureOut">
              <a:rPr lang="ko-KR" altLang="en-US" smtClean="0"/>
              <a:t>2023-03-22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58A117-CF53-4531-BBD5-A71B302F3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42304F-39C1-41E0-933C-9E96DCAFF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EAC9-3902-4C7B-BB3A-9B0AB882E2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122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AA95F8-720C-4BD9-804E-7E6061AA6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F567E5-8971-4955-B1DC-8C834A357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76ED7C-6D82-42B6-9DBA-AF951A2EE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33CF76F-2140-4ADA-B1B1-4929005951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E8756EF-DA46-41E6-89E2-E417CC225E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234CBF-B18F-46FD-9B30-DADA1CC64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AFB67-C9E2-4E40-9CF1-634E049AC8DD}" type="datetimeFigureOut">
              <a:rPr lang="ko-KR" altLang="en-US" smtClean="0"/>
              <a:t>2023-03-22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6465E2D-FB5D-4B22-8723-D7C582684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44D7B24-48B4-4F5F-80B0-AF91BF1AF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EAC9-3902-4C7B-BB3A-9B0AB882E2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840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385D6D-3BCE-4767-BEB3-26D1ECB19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BCEB3A-702F-4018-A705-C89B0468B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AFB67-C9E2-4E40-9CF1-634E049AC8DD}" type="datetimeFigureOut">
              <a:rPr lang="ko-KR" altLang="en-US" smtClean="0"/>
              <a:t>2023-03-22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35A388-0317-417F-ACF4-295E757B7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BA86953-4F32-4DCB-B2E6-FA5B84ED2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EAC9-3902-4C7B-BB3A-9B0AB882E2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478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1A3B89-E6C4-47DB-B9CE-FC087CA70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AFB67-C9E2-4E40-9CF1-634E049AC8DD}" type="datetimeFigureOut">
              <a:rPr lang="ko-KR" altLang="en-US" smtClean="0"/>
              <a:t>2023-03-22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4CFAF02-C8E9-4F5D-863A-829B6FCC8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70E1D9-0308-4558-8797-180A6CBB6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EAC9-3902-4C7B-BB3A-9B0AB882E2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49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FA57A2-4D2D-415A-A731-117075BC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83D9E2-8568-4279-B0BD-BCC47B37C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A0F41B-4A88-4BF3-B40D-0992B5444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5509E9-9747-42BA-B551-886E5A617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AFB67-C9E2-4E40-9CF1-634E049AC8DD}" type="datetimeFigureOut">
              <a:rPr lang="ko-KR" altLang="en-US" smtClean="0"/>
              <a:t>2023-03-22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68982F-7827-4D5D-BB02-1CEC11D71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2912A8-3009-4F3C-9793-6B9A2616D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EAC9-3902-4C7B-BB3A-9B0AB882E2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141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1210C-6137-4BB4-835A-443BE01DD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9875A0E-B737-4B66-A61C-3EC57C11EB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D0488E-B010-4A39-82B0-B4CE12874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73C783-90C0-438C-9CD7-ACE2FD685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AFB67-C9E2-4E40-9CF1-634E049AC8DD}" type="datetimeFigureOut">
              <a:rPr lang="ko-KR" altLang="en-US" smtClean="0"/>
              <a:t>2023-03-22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ABDF24-02AD-4B6B-BA1C-32A6CAF73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018975-69E1-48E8-8AE6-99611053F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EAC9-3902-4C7B-BB3A-9B0AB882E2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117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08758-4154-489F-8964-323EE7F9C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39E3F4-02D3-4C87-91C1-308BA25A7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F13A60-C6A9-4860-9BD0-1AFF18877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AFB67-C9E2-4E40-9CF1-634E049AC8DD}" type="datetimeFigureOut">
              <a:rPr lang="ko-KR" altLang="en-US" smtClean="0"/>
              <a:t>2023-03-22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8C63D4-E937-4EB4-9ADD-EFDA295B1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41E142-95A1-43CF-914C-CF0212FA3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EAC9-3902-4C7B-BB3A-9B0AB882E2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195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50B4EFF-C52A-42F6-8DA3-F589329828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149B04-9376-4D21-BF59-134E1F871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29425A-D615-49CB-9ECD-857FE6DD5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AFB67-C9E2-4E40-9CF1-634E049AC8DD}" type="datetimeFigureOut">
              <a:rPr lang="ko-KR" altLang="en-US" smtClean="0"/>
              <a:t>2023-03-22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3F0F1-FA65-4CF6-BA74-2AB6DAC92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533C53-A27F-41A5-81F1-341C9CE70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EAC9-3902-4C7B-BB3A-9B0AB882E2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6998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C1F0386-414A-4D51-9259-43C4DA57F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FACD66-3247-4D5D-9A7B-0FB0BF4F8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DBBBEE-575F-46CA-BDFF-6E6BB0FA96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5AFB67-C9E2-4E40-9CF1-634E049AC8DD}" type="datetimeFigureOut">
              <a:rPr lang="ko-KR" altLang="en-US" smtClean="0"/>
              <a:t>2023-03-22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5164C3-B495-42B7-9811-6874976AE2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2538F4-B2ED-4FB0-A1BC-944A8DD88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EEAC9-3902-4C7B-BB3A-9B0AB882E2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976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0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393581-B328-43A8-8DD2-2C7194D5F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8207" y="2581003"/>
            <a:ext cx="9231084" cy="1695994"/>
          </a:xfrm>
        </p:spPr>
        <p:txBody>
          <a:bodyPr>
            <a:noAutofit/>
          </a:bodyPr>
          <a:lstStyle/>
          <a:p>
            <a:pPr algn="ctr"/>
            <a:r>
              <a:rPr lang="en-US" altLang="ko-KR" sz="5500" b="1" dirty="0"/>
              <a:t>Checklist for Jira </a:t>
            </a:r>
            <a:r>
              <a:rPr lang="ko-KR" altLang="en-US" sz="5500" b="1" dirty="0"/>
              <a:t>사용 매뉴얼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AA4555-6058-832B-4523-5BD77DCE696C}"/>
              </a:ext>
            </a:extLst>
          </p:cNvPr>
          <p:cNvSpPr txBox="1"/>
          <p:nvPr/>
        </p:nvSpPr>
        <p:spPr>
          <a:xfrm>
            <a:off x="10084527" y="6000205"/>
            <a:ext cx="1750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V0.1</a:t>
            </a:r>
            <a:endParaRPr lang="ko-KR" altLang="en-US" sz="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65E302-F216-1389-9FC5-E01EF333715C}"/>
              </a:ext>
            </a:extLst>
          </p:cNvPr>
          <p:cNvSpPr txBox="1"/>
          <p:nvPr/>
        </p:nvSpPr>
        <p:spPr>
          <a:xfrm>
            <a:off x="10084527" y="6215649"/>
            <a:ext cx="1750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2023.03.20</a:t>
            </a:r>
            <a:endParaRPr lang="ko-KR" altLang="en-US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40496C-0A7E-A9A1-6686-B989AD31BB91}"/>
              </a:ext>
            </a:extLst>
          </p:cNvPr>
          <p:cNvSpPr txBox="1"/>
          <p:nvPr/>
        </p:nvSpPr>
        <p:spPr>
          <a:xfrm>
            <a:off x="10084527" y="6431093"/>
            <a:ext cx="1750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권기일</a:t>
            </a:r>
          </a:p>
        </p:txBody>
      </p:sp>
    </p:spTree>
    <p:extLst>
      <p:ext uri="{BB962C8B-B14F-4D97-AF65-F5344CB8AC3E}">
        <p14:creationId xmlns:p14="http://schemas.microsoft.com/office/powerpoint/2010/main" val="1641384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5722B5EC-C259-FBC1-A7AD-C1702CF29CB4}"/>
              </a:ext>
            </a:extLst>
          </p:cNvPr>
          <p:cNvSpPr txBox="1">
            <a:spLocks/>
          </p:cNvSpPr>
          <p:nvPr/>
        </p:nvSpPr>
        <p:spPr>
          <a:xfrm>
            <a:off x="269967" y="395151"/>
            <a:ext cx="2708364" cy="52795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b="1" dirty="0"/>
              <a:t>문서 </a:t>
            </a:r>
            <a:r>
              <a:rPr lang="en-US" altLang="ko-KR" sz="3200" b="1" dirty="0"/>
              <a:t>History</a:t>
            </a:r>
            <a:endParaRPr lang="ko-KR" altLang="en-US" sz="3200" b="1" dirty="0"/>
          </a:p>
        </p:txBody>
      </p:sp>
      <p:graphicFrame>
        <p:nvGraphicFramePr>
          <p:cNvPr id="5" name="Group 153">
            <a:extLst>
              <a:ext uri="{FF2B5EF4-FFF2-40B4-BE49-F238E27FC236}">
                <a16:creationId xmlns:a16="http://schemas.microsoft.com/office/drawing/2014/main" id="{BA6DFE06-F426-71E1-8A01-1D8127DFA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114660"/>
              </p:ext>
            </p:extLst>
          </p:nvPr>
        </p:nvGraphicFramePr>
        <p:xfrm>
          <a:off x="540567" y="1292946"/>
          <a:ext cx="10632530" cy="4019928"/>
        </p:xfrm>
        <a:graphic>
          <a:graphicData uri="http://schemas.openxmlformats.org/drawingml/2006/table">
            <a:tbl>
              <a:tblPr/>
              <a:tblGrid>
                <a:gridCol w="800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1257">
                  <a:extLst>
                    <a:ext uri="{9D8B030D-6E8A-4147-A177-3AD203B41FA5}">
                      <a16:colId xmlns:a16="http://schemas.microsoft.com/office/drawing/2014/main" val="3486830091"/>
                    </a:ext>
                  </a:extLst>
                </a:gridCol>
              </a:tblGrid>
              <a:tr h="213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anose="020B0604030504040204" pitchFamily="34" charset="0"/>
                        </a:rPr>
                        <a:t>버전</a:t>
                      </a: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 및 수정 일자</a:t>
                      </a: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 및 수정 내역</a:t>
                      </a: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anose="020B0604030504040204" pitchFamily="34" charset="0"/>
                        </a:rPr>
                        <a:t>V0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2023.03.20</a:t>
                      </a: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문서 최초 작성</a:t>
                      </a: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anose="020B0604030504040204" pitchFamily="34" charset="0"/>
                        </a:rPr>
                        <a:t>V0.1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2023.03.22</a:t>
                      </a:r>
                      <a:endParaRPr kumimoji="1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문서 목차 추가</a:t>
                      </a: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113742"/>
                  </a:ext>
                </a:extLst>
              </a:tr>
              <a:tr h="2160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153580"/>
                  </a:ext>
                </a:extLst>
              </a:tr>
              <a:tr h="2160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926307"/>
                  </a:ext>
                </a:extLst>
              </a:tr>
              <a:tr h="2160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78083"/>
                  </a:ext>
                </a:extLst>
              </a:tr>
              <a:tr h="2160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063176"/>
                  </a:ext>
                </a:extLst>
              </a:tr>
              <a:tr h="2160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285534"/>
                  </a:ext>
                </a:extLst>
              </a:tr>
              <a:tr h="2160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099997"/>
                  </a:ext>
                </a:extLst>
              </a:tr>
              <a:tr h="2160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78644"/>
                  </a:ext>
                </a:extLst>
              </a:tr>
              <a:tr h="2160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4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7309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0BEBE2BF-5A35-DC0E-2895-ED3ACEC775D6}"/>
              </a:ext>
            </a:extLst>
          </p:cNvPr>
          <p:cNvSpPr/>
          <p:nvPr/>
        </p:nvSpPr>
        <p:spPr>
          <a:xfrm>
            <a:off x="0" y="2758429"/>
            <a:ext cx="12191999" cy="1567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722B5EC-C259-FBC1-A7AD-C1702CF29CB4}"/>
              </a:ext>
            </a:extLst>
          </p:cNvPr>
          <p:cNvSpPr txBox="1">
            <a:spLocks/>
          </p:cNvSpPr>
          <p:nvPr/>
        </p:nvSpPr>
        <p:spPr>
          <a:xfrm>
            <a:off x="269967" y="395151"/>
            <a:ext cx="2708364" cy="52795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b="1" dirty="0"/>
              <a:t>목 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D79C720-5C27-194C-EDEA-A49E7A01F663}"/>
              </a:ext>
            </a:extLst>
          </p:cNvPr>
          <p:cNvSpPr/>
          <p:nvPr/>
        </p:nvSpPr>
        <p:spPr>
          <a:xfrm>
            <a:off x="1374905" y="2386231"/>
            <a:ext cx="9861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01</a:t>
            </a:r>
            <a:endParaRPr lang="ko-KR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A5998AB-AEFD-7F6C-80D8-8858F39AD5C6}"/>
              </a:ext>
            </a:extLst>
          </p:cNvPr>
          <p:cNvSpPr/>
          <p:nvPr/>
        </p:nvSpPr>
        <p:spPr>
          <a:xfrm>
            <a:off x="5354722" y="2386231"/>
            <a:ext cx="9861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02</a:t>
            </a:r>
            <a:endParaRPr lang="ko-KR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D01788-C0BA-7CD5-326D-D4C9880C1D96}"/>
              </a:ext>
            </a:extLst>
          </p:cNvPr>
          <p:cNvSpPr/>
          <p:nvPr/>
        </p:nvSpPr>
        <p:spPr>
          <a:xfrm>
            <a:off x="9334539" y="2386231"/>
            <a:ext cx="9861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03</a:t>
            </a:r>
            <a:endParaRPr lang="ko-KR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62710C-B1CA-73C3-DB8C-CA75A49F8B86}"/>
              </a:ext>
            </a:extLst>
          </p:cNvPr>
          <p:cNvSpPr txBox="1"/>
          <p:nvPr/>
        </p:nvSpPr>
        <p:spPr>
          <a:xfrm>
            <a:off x="640635" y="3431703"/>
            <a:ext cx="24547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체크리스트 </a:t>
            </a:r>
            <a:r>
              <a:rPr lang="ko-KR" altLang="en-US" sz="1600" b="1" dirty="0" err="1"/>
              <a:t>탬플릿</a:t>
            </a:r>
            <a:r>
              <a:rPr lang="ko-KR" altLang="en-US" sz="1600" b="1" dirty="0"/>
              <a:t> 생성</a:t>
            </a:r>
            <a:endParaRPr lang="en-US" altLang="ko-KR" sz="1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B22224-89ED-D3D0-3483-8C7AC6739A40}"/>
              </a:ext>
            </a:extLst>
          </p:cNvPr>
          <p:cNvSpPr txBox="1"/>
          <p:nvPr/>
        </p:nvSpPr>
        <p:spPr>
          <a:xfrm>
            <a:off x="4620452" y="3429000"/>
            <a:ext cx="24547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체크리스트 필드 생성</a:t>
            </a:r>
            <a:endParaRPr lang="en-US" altLang="ko-KR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5CA4F4-0D69-27DA-8D27-22448614FA46}"/>
              </a:ext>
            </a:extLst>
          </p:cNvPr>
          <p:cNvSpPr txBox="1"/>
          <p:nvPr/>
        </p:nvSpPr>
        <p:spPr>
          <a:xfrm>
            <a:off x="8600270" y="3429000"/>
            <a:ext cx="24547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체크리스트 </a:t>
            </a:r>
            <a:r>
              <a:rPr lang="ko-KR" altLang="en-US" sz="1600" b="1" dirty="0" err="1"/>
              <a:t>탬플릿</a:t>
            </a:r>
            <a:r>
              <a:rPr lang="ko-KR" altLang="en-US" sz="1600" b="1" dirty="0"/>
              <a:t> 적용</a:t>
            </a:r>
            <a:endParaRPr lang="en-US" altLang="ko-KR" sz="1600" b="1" dirty="0"/>
          </a:p>
        </p:txBody>
      </p:sp>
    </p:spTree>
    <p:extLst>
      <p:ext uri="{BB962C8B-B14F-4D97-AF65-F5344CB8AC3E}">
        <p14:creationId xmlns:p14="http://schemas.microsoft.com/office/powerpoint/2010/main" val="2987585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65D5EDB6-5C04-B2A5-152E-A1FA6D4589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189" y="832342"/>
            <a:ext cx="8260216" cy="41576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357B07-B642-4B78-9CCF-B9309C1ABA26}"/>
              </a:ext>
            </a:extLst>
          </p:cNvPr>
          <p:cNvSpPr txBox="1"/>
          <p:nvPr/>
        </p:nvSpPr>
        <p:spPr>
          <a:xfrm>
            <a:off x="1090569" y="226504"/>
            <a:ext cx="3187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프로젝트 메인 페이지</a:t>
            </a:r>
          </a:p>
        </p:txBody>
      </p:sp>
      <p:graphicFrame>
        <p:nvGraphicFramePr>
          <p:cNvPr id="3" name="Group 153">
            <a:extLst>
              <a:ext uri="{FF2B5EF4-FFF2-40B4-BE49-F238E27FC236}">
                <a16:creationId xmlns:a16="http://schemas.microsoft.com/office/drawing/2014/main" id="{1B942527-85B8-4C61-AF09-8B76149A3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902468"/>
              </p:ext>
            </p:extLst>
          </p:nvPr>
        </p:nvGraphicFramePr>
        <p:xfrm>
          <a:off x="9388476" y="918478"/>
          <a:ext cx="2536824" cy="213074"/>
        </p:xfrm>
        <a:graphic>
          <a:graphicData uri="http://schemas.openxmlformats.org/drawingml/2006/table">
            <a:tbl>
              <a:tblPr/>
              <a:tblGrid>
                <a:gridCol w="27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1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프로젝트 설정 버튼 클릭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D76DD1E0-879C-45A7-A207-D2EC5202B366}"/>
              </a:ext>
            </a:extLst>
          </p:cNvPr>
          <p:cNvSpPr/>
          <p:nvPr/>
        </p:nvSpPr>
        <p:spPr>
          <a:xfrm>
            <a:off x="1452159" y="4771897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396FAA-7BCB-F3C1-D452-A486101771FF}"/>
              </a:ext>
            </a:extLst>
          </p:cNvPr>
          <p:cNvSpPr txBox="1"/>
          <p:nvPr/>
        </p:nvSpPr>
        <p:spPr>
          <a:xfrm>
            <a:off x="9888177" y="455307"/>
            <a:ext cx="7687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권기일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FC9B40-A245-2558-F1C2-2AB9C51B4685}"/>
              </a:ext>
            </a:extLst>
          </p:cNvPr>
          <p:cNvSpPr txBox="1"/>
          <p:nvPr/>
        </p:nvSpPr>
        <p:spPr>
          <a:xfrm>
            <a:off x="11101431" y="455306"/>
            <a:ext cx="823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2023.03.20</a:t>
            </a:r>
            <a:endParaRPr lang="ko-KR" altLang="en-US" sz="10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18E8598-F954-4F91-E535-90753BDFAF58}"/>
              </a:ext>
            </a:extLst>
          </p:cNvPr>
          <p:cNvSpPr/>
          <p:nvPr/>
        </p:nvSpPr>
        <p:spPr>
          <a:xfrm>
            <a:off x="441644" y="4772297"/>
            <a:ext cx="906094" cy="21771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6EDFEE-48FF-508E-DE1F-185B1E7721D0}"/>
              </a:ext>
            </a:extLst>
          </p:cNvPr>
          <p:cNvSpPr txBox="1"/>
          <p:nvPr/>
        </p:nvSpPr>
        <p:spPr>
          <a:xfrm>
            <a:off x="894691" y="5441012"/>
            <a:ext cx="649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프로젝트에 체크리스트 도입하실 때 사전에 프로젝트 관리자 권한이 필요합니다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만약 프로젝트 관리자 권한이 없으실 경우</a:t>
            </a:r>
            <a:r>
              <a:rPr lang="en-US" altLang="ko-KR" sz="1200" dirty="0"/>
              <a:t>, </a:t>
            </a:r>
            <a:r>
              <a:rPr lang="ko-KR" altLang="en-US" sz="1200" dirty="0"/>
              <a:t>각 팀의 </a:t>
            </a:r>
            <a:r>
              <a:rPr lang="ko-KR" altLang="en-US" sz="1200" dirty="0" err="1"/>
              <a:t>팀장님들한테</a:t>
            </a:r>
            <a:r>
              <a:rPr lang="ko-KR" altLang="en-US" sz="1200" dirty="0"/>
              <a:t> 문의하시면 됩니다</a:t>
            </a:r>
            <a:r>
              <a:rPr lang="en-US" altLang="ko-KR" sz="12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FBFA85-DF35-F7F4-259C-6643FE597CC7}"/>
              </a:ext>
            </a:extLst>
          </p:cNvPr>
          <p:cNvSpPr txBox="1"/>
          <p:nvPr/>
        </p:nvSpPr>
        <p:spPr>
          <a:xfrm>
            <a:off x="9919458" y="226504"/>
            <a:ext cx="1558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체크리스트 </a:t>
            </a:r>
            <a:r>
              <a:rPr lang="ko-KR" altLang="en-US" sz="1000" dirty="0" err="1"/>
              <a:t>탬플릿</a:t>
            </a:r>
            <a:r>
              <a:rPr lang="ko-KR" altLang="en-US" sz="1000" dirty="0"/>
              <a:t> 생성</a:t>
            </a:r>
          </a:p>
        </p:txBody>
      </p:sp>
    </p:spTree>
    <p:extLst>
      <p:ext uri="{BB962C8B-B14F-4D97-AF65-F5344CB8AC3E}">
        <p14:creationId xmlns:p14="http://schemas.microsoft.com/office/powerpoint/2010/main" val="3000489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153">
            <a:extLst>
              <a:ext uri="{FF2B5EF4-FFF2-40B4-BE49-F238E27FC236}">
                <a16:creationId xmlns:a16="http://schemas.microsoft.com/office/drawing/2014/main" id="{6E32B779-4D6E-436C-BD33-2E6535904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985887"/>
              </p:ext>
            </p:extLst>
          </p:nvPr>
        </p:nvGraphicFramePr>
        <p:xfrm>
          <a:off x="9388476" y="918478"/>
          <a:ext cx="2536824" cy="213074"/>
        </p:xfrm>
        <a:graphic>
          <a:graphicData uri="http://schemas.openxmlformats.org/drawingml/2006/table">
            <a:tbl>
              <a:tblPr/>
              <a:tblGrid>
                <a:gridCol w="27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1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체크리스트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탬플릿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버튼 클릭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947B415-DD4E-4616-8F55-00B20434FD03}"/>
              </a:ext>
            </a:extLst>
          </p:cNvPr>
          <p:cNvSpPr txBox="1"/>
          <p:nvPr/>
        </p:nvSpPr>
        <p:spPr>
          <a:xfrm>
            <a:off x="1090569" y="226504"/>
            <a:ext cx="3187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프로젝트 설정 페이지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37DFE15-3EAA-6972-8260-A68A87649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59" y="783771"/>
            <a:ext cx="8869981" cy="452845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EBCF47-A7B7-C683-A0B2-A10645B2673E}"/>
              </a:ext>
            </a:extLst>
          </p:cNvPr>
          <p:cNvSpPr/>
          <p:nvPr/>
        </p:nvSpPr>
        <p:spPr>
          <a:xfrm>
            <a:off x="1599884" y="4249782"/>
            <a:ext cx="906094" cy="21771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연결자 13">
            <a:extLst>
              <a:ext uri="{FF2B5EF4-FFF2-40B4-BE49-F238E27FC236}">
                <a16:creationId xmlns:a16="http://schemas.microsoft.com/office/drawing/2014/main" id="{A2245CE4-A875-CFB6-B97E-771ED91014F2}"/>
              </a:ext>
            </a:extLst>
          </p:cNvPr>
          <p:cNvSpPr/>
          <p:nvPr/>
        </p:nvSpPr>
        <p:spPr>
          <a:xfrm>
            <a:off x="2575420" y="4249382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133C78-DF21-FCBC-62C4-A4D21113977D}"/>
              </a:ext>
            </a:extLst>
          </p:cNvPr>
          <p:cNvSpPr txBox="1"/>
          <p:nvPr/>
        </p:nvSpPr>
        <p:spPr>
          <a:xfrm>
            <a:off x="9888177" y="455307"/>
            <a:ext cx="7687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권기일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DC2DFA-C4E5-5223-0556-A8A56D1C242C}"/>
              </a:ext>
            </a:extLst>
          </p:cNvPr>
          <p:cNvSpPr txBox="1"/>
          <p:nvPr/>
        </p:nvSpPr>
        <p:spPr>
          <a:xfrm>
            <a:off x="1399788" y="5612564"/>
            <a:ext cx="6603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Checklist for Jira</a:t>
            </a:r>
            <a:r>
              <a:rPr lang="ko-KR" altLang="en-US" sz="1200" dirty="0"/>
              <a:t>는 </a:t>
            </a:r>
            <a:r>
              <a:rPr lang="en-US" altLang="ko-KR" sz="1200" dirty="0"/>
              <a:t>Jira </a:t>
            </a:r>
            <a:r>
              <a:rPr lang="ko-KR" altLang="en-US" sz="1200" dirty="0"/>
              <a:t>자체 기능이 아닌 </a:t>
            </a:r>
            <a:r>
              <a:rPr lang="en-US" altLang="ko-KR" sz="1200" dirty="0"/>
              <a:t>add-on app</a:t>
            </a:r>
            <a:r>
              <a:rPr lang="ko-KR" altLang="en-US" sz="1200" dirty="0"/>
              <a:t>을 설치해야 사용 가능합니다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만약</a:t>
            </a:r>
            <a:r>
              <a:rPr lang="en-US" altLang="ko-KR" sz="1200" dirty="0"/>
              <a:t>, </a:t>
            </a:r>
            <a:r>
              <a:rPr lang="ko-KR" altLang="en-US" sz="1200" dirty="0"/>
              <a:t>해당 메뉴가 보이지 않는다면</a:t>
            </a:r>
            <a:r>
              <a:rPr lang="en-US" altLang="ko-KR" sz="1200" dirty="0"/>
              <a:t>, </a:t>
            </a:r>
            <a:r>
              <a:rPr lang="ko-KR" altLang="en-US" sz="1200" dirty="0"/>
              <a:t>화면 우상단의 설정 </a:t>
            </a:r>
            <a:r>
              <a:rPr lang="en-US" altLang="ko-KR" sz="1200" dirty="0"/>
              <a:t>&gt; </a:t>
            </a:r>
            <a:r>
              <a:rPr lang="ko-KR" altLang="en-US" sz="1200" dirty="0"/>
              <a:t>앱 관리에서 다운 받으시면 됩니다</a:t>
            </a:r>
            <a:r>
              <a:rPr lang="en-US" altLang="ko-KR" sz="12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AC8101-D0CA-92C4-496B-326CF6F5E32F}"/>
              </a:ext>
            </a:extLst>
          </p:cNvPr>
          <p:cNvSpPr txBox="1"/>
          <p:nvPr/>
        </p:nvSpPr>
        <p:spPr>
          <a:xfrm>
            <a:off x="11101431" y="455306"/>
            <a:ext cx="823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2023.03.20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B42B84-9ABB-DC6F-F083-B7AD066D1645}"/>
              </a:ext>
            </a:extLst>
          </p:cNvPr>
          <p:cNvSpPr txBox="1"/>
          <p:nvPr/>
        </p:nvSpPr>
        <p:spPr>
          <a:xfrm>
            <a:off x="9919458" y="226504"/>
            <a:ext cx="1558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체크리스트 </a:t>
            </a:r>
            <a:r>
              <a:rPr lang="ko-KR" altLang="en-US" sz="1000" dirty="0" err="1"/>
              <a:t>탬플릿</a:t>
            </a:r>
            <a:r>
              <a:rPr lang="ko-KR" altLang="en-US" sz="1000" dirty="0"/>
              <a:t> 생성</a:t>
            </a:r>
          </a:p>
        </p:txBody>
      </p:sp>
    </p:spTree>
    <p:extLst>
      <p:ext uri="{BB962C8B-B14F-4D97-AF65-F5344CB8AC3E}">
        <p14:creationId xmlns:p14="http://schemas.microsoft.com/office/powerpoint/2010/main" val="813483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153">
            <a:extLst>
              <a:ext uri="{FF2B5EF4-FFF2-40B4-BE49-F238E27FC236}">
                <a16:creationId xmlns:a16="http://schemas.microsoft.com/office/drawing/2014/main" id="{6E32B779-4D6E-436C-BD33-2E6535904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045648"/>
              </p:ext>
            </p:extLst>
          </p:nvPr>
        </p:nvGraphicFramePr>
        <p:xfrm>
          <a:off x="9388476" y="918478"/>
          <a:ext cx="2536824" cy="213074"/>
        </p:xfrm>
        <a:graphic>
          <a:graphicData uri="http://schemas.openxmlformats.org/drawingml/2006/table">
            <a:tbl>
              <a:tblPr/>
              <a:tblGrid>
                <a:gridCol w="27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1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체크리스트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탬플릿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생성 버튼 클릭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947B415-DD4E-4616-8F55-00B20434FD03}"/>
              </a:ext>
            </a:extLst>
          </p:cNvPr>
          <p:cNvSpPr txBox="1"/>
          <p:nvPr/>
        </p:nvSpPr>
        <p:spPr>
          <a:xfrm>
            <a:off x="1090569" y="226504"/>
            <a:ext cx="3187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체크리스트 </a:t>
            </a:r>
            <a:r>
              <a:rPr lang="ko-KR" altLang="en-US" sz="1000" dirty="0" err="1"/>
              <a:t>탬플릿</a:t>
            </a:r>
            <a:r>
              <a:rPr lang="ko-KR" altLang="en-US" sz="1000" dirty="0"/>
              <a:t> 관리 페이지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392DFD9-FC1C-5E4A-0ABC-CFFE78A56F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02" y="772826"/>
            <a:ext cx="8804366" cy="43565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0F864D8-FFD1-02B3-D430-70492E232FD7}"/>
              </a:ext>
            </a:extLst>
          </p:cNvPr>
          <p:cNvSpPr txBox="1"/>
          <p:nvPr/>
        </p:nvSpPr>
        <p:spPr>
          <a:xfrm>
            <a:off x="9888177" y="455307"/>
            <a:ext cx="7687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권기일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C0ED11B-D044-80AB-5749-AF2C75A801E5}"/>
              </a:ext>
            </a:extLst>
          </p:cNvPr>
          <p:cNvSpPr/>
          <p:nvPr/>
        </p:nvSpPr>
        <p:spPr>
          <a:xfrm>
            <a:off x="8055428" y="2272936"/>
            <a:ext cx="833185" cy="21771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순서도: 연결자 16">
            <a:extLst>
              <a:ext uri="{FF2B5EF4-FFF2-40B4-BE49-F238E27FC236}">
                <a16:creationId xmlns:a16="http://schemas.microsoft.com/office/drawing/2014/main" id="{70BBC11C-F46E-AD34-34F1-E488DCE9C6B2}"/>
              </a:ext>
            </a:extLst>
          </p:cNvPr>
          <p:cNvSpPr/>
          <p:nvPr/>
        </p:nvSpPr>
        <p:spPr>
          <a:xfrm>
            <a:off x="7662506" y="2272936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E5754B-992E-AA70-D1BE-EBF568F1A354}"/>
              </a:ext>
            </a:extLst>
          </p:cNvPr>
          <p:cNvSpPr txBox="1"/>
          <p:nvPr/>
        </p:nvSpPr>
        <p:spPr>
          <a:xfrm>
            <a:off x="1800382" y="5360016"/>
            <a:ext cx="6603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현재 체크리스트 </a:t>
            </a:r>
            <a:r>
              <a:rPr lang="ko-KR" altLang="en-US" sz="1200" dirty="0" err="1"/>
              <a:t>탬플릿을</a:t>
            </a:r>
            <a:r>
              <a:rPr lang="ko-KR" altLang="en-US" sz="1200" dirty="0"/>
              <a:t> 만든 것이</a:t>
            </a:r>
            <a:r>
              <a:rPr lang="en-US" altLang="ko-KR" sz="1200" dirty="0"/>
              <a:t> </a:t>
            </a:r>
            <a:r>
              <a:rPr lang="ko-KR" altLang="en-US" sz="1200" dirty="0"/>
              <a:t>없기 때문에 </a:t>
            </a:r>
            <a:r>
              <a:rPr lang="ko-KR" altLang="en-US" sz="1200" dirty="0" err="1"/>
              <a:t>탬플릿에</a:t>
            </a:r>
            <a:r>
              <a:rPr lang="ko-KR" altLang="en-US" sz="1200" dirty="0"/>
              <a:t> 아무것도 출력되지 않았습니다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Create Template </a:t>
            </a:r>
            <a:r>
              <a:rPr lang="ko-KR" altLang="en-US" sz="1200" dirty="0"/>
              <a:t>버튼을 눌러 체크리스트 </a:t>
            </a:r>
            <a:r>
              <a:rPr lang="ko-KR" altLang="en-US" sz="1200" dirty="0" err="1"/>
              <a:t>탬플릿을</a:t>
            </a:r>
            <a:r>
              <a:rPr lang="ko-KR" altLang="en-US" sz="1200" dirty="0"/>
              <a:t> 만들 수 있습니다</a:t>
            </a:r>
            <a:r>
              <a:rPr lang="en-US" altLang="ko-KR" sz="12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C0FE56-AB0B-CAB8-E872-0F9681843794}"/>
              </a:ext>
            </a:extLst>
          </p:cNvPr>
          <p:cNvSpPr txBox="1"/>
          <p:nvPr/>
        </p:nvSpPr>
        <p:spPr>
          <a:xfrm>
            <a:off x="11101431" y="455306"/>
            <a:ext cx="823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2023.03.20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33DDC8-245E-2E1C-B937-D2910ED2EBAA}"/>
              </a:ext>
            </a:extLst>
          </p:cNvPr>
          <p:cNvSpPr txBox="1"/>
          <p:nvPr/>
        </p:nvSpPr>
        <p:spPr>
          <a:xfrm>
            <a:off x="9919458" y="226504"/>
            <a:ext cx="1558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체크리스트 </a:t>
            </a:r>
            <a:r>
              <a:rPr lang="ko-KR" altLang="en-US" sz="1000" dirty="0" err="1"/>
              <a:t>탬플릿</a:t>
            </a:r>
            <a:r>
              <a:rPr lang="ko-KR" altLang="en-US" sz="1000" dirty="0"/>
              <a:t> 생성</a:t>
            </a:r>
          </a:p>
        </p:txBody>
      </p:sp>
    </p:spTree>
    <p:extLst>
      <p:ext uri="{BB962C8B-B14F-4D97-AF65-F5344CB8AC3E}">
        <p14:creationId xmlns:p14="http://schemas.microsoft.com/office/powerpoint/2010/main" val="2741871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153">
            <a:extLst>
              <a:ext uri="{FF2B5EF4-FFF2-40B4-BE49-F238E27FC236}">
                <a16:creationId xmlns:a16="http://schemas.microsoft.com/office/drawing/2014/main" id="{6E32B779-4D6E-436C-BD33-2E6535904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44575"/>
              </p:ext>
            </p:extLst>
          </p:nvPr>
        </p:nvGraphicFramePr>
        <p:xfrm>
          <a:off x="9388476" y="918478"/>
          <a:ext cx="2536824" cy="2107188"/>
        </p:xfrm>
        <a:graphic>
          <a:graphicData uri="http://schemas.openxmlformats.org/drawingml/2006/table">
            <a:tbl>
              <a:tblPr/>
              <a:tblGrid>
                <a:gridCol w="27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1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체크리스트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탬플릿의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이름 입력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필수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생성할 체크리스트에 대한 설명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설정할 체크리스트의 필드 형식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필수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Importable: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다른 프로젝트에서 해당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탬플릿을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가져다 쓸 수 있게끔 하는 기능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- Default: On</a:t>
                      </a: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866811"/>
                  </a:ext>
                </a:extLst>
              </a:tr>
              <a:tr h="2160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Pinned: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자주 쓰는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탬플릿의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경우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탬플릿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메뉴 최상단에 고정시키는 기능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- Default: Off</a:t>
                      </a: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741668"/>
                  </a:ext>
                </a:extLst>
              </a:tr>
              <a:tr h="2160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Next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버튼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: 1, 3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번 값 입력 시 활성화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- Default: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비활성화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681735"/>
                  </a:ext>
                </a:extLst>
              </a:tr>
              <a:tr h="2160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Cancel: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탬플릿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작성 취소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팝업 종료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37771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947B415-DD4E-4616-8F55-00B20434FD03}"/>
              </a:ext>
            </a:extLst>
          </p:cNvPr>
          <p:cNvSpPr txBox="1"/>
          <p:nvPr/>
        </p:nvSpPr>
        <p:spPr>
          <a:xfrm>
            <a:off x="1090569" y="226504"/>
            <a:ext cx="38994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체크리스트 </a:t>
            </a:r>
            <a:r>
              <a:rPr lang="ko-KR" altLang="en-US" sz="1000" dirty="0" err="1"/>
              <a:t>탬플릿</a:t>
            </a:r>
            <a:r>
              <a:rPr lang="ko-KR" altLang="en-US" sz="1000" dirty="0"/>
              <a:t> 관리 페이지 </a:t>
            </a:r>
            <a:r>
              <a:rPr lang="en-US" altLang="ko-KR" sz="1000" dirty="0"/>
              <a:t>– </a:t>
            </a:r>
            <a:r>
              <a:rPr lang="ko-KR" altLang="en-US" sz="1000" dirty="0" err="1"/>
              <a:t>탬플릿</a:t>
            </a:r>
            <a:r>
              <a:rPr lang="ko-KR" altLang="en-US" sz="1000" dirty="0"/>
              <a:t> 생성 팝업 </a:t>
            </a:r>
            <a:r>
              <a:rPr lang="en-US" altLang="ko-KR" sz="1000" dirty="0"/>
              <a:t>1/4</a:t>
            </a:r>
            <a:endParaRPr lang="ko-KR" altLang="en-US" sz="10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B932018-1B72-54EF-6FFA-EF36A3245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02" y="772826"/>
            <a:ext cx="8804366" cy="4609696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728535D-7F5E-F4B4-2BEF-68DCE10714DE}"/>
              </a:ext>
            </a:extLst>
          </p:cNvPr>
          <p:cNvSpPr/>
          <p:nvPr/>
        </p:nvSpPr>
        <p:spPr>
          <a:xfrm>
            <a:off x="3045507" y="1802673"/>
            <a:ext cx="1212984" cy="32677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연결자 13">
            <a:extLst>
              <a:ext uri="{FF2B5EF4-FFF2-40B4-BE49-F238E27FC236}">
                <a16:creationId xmlns:a16="http://schemas.microsoft.com/office/drawing/2014/main" id="{0508622E-0445-08C4-7C05-FF39548AA989}"/>
              </a:ext>
            </a:extLst>
          </p:cNvPr>
          <p:cNvSpPr/>
          <p:nvPr/>
        </p:nvSpPr>
        <p:spPr>
          <a:xfrm>
            <a:off x="2722254" y="2252424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44865FA-7FAD-DBC6-4312-B0EF8AA6C3C8}"/>
              </a:ext>
            </a:extLst>
          </p:cNvPr>
          <p:cNvSpPr/>
          <p:nvPr/>
        </p:nvSpPr>
        <p:spPr>
          <a:xfrm>
            <a:off x="3040289" y="2266159"/>
            <a:ext cx="3560807" cy="32677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순서도: 연결자 17">
            <a:extLst>
              <a:ext uri="{FF2B5EF4-FFF2-40B4-BE49-F238E27FC236}">
                <a16:creationId xmlns:a16="http://schemas.microsoft.com/office/drawing/2014/main" id="{022D275F-A7B7-0AE2-9374-DD531C640BF0}"/>
              </a:ext>
            </a:extLst>
          </p:cNvPr>
          <p:cNvSpPr/>
          <p:nvPr/>
        </p:nvSpPr>
        <p:spPr>
          <a:xfrm>
            <a:off x="2722254" y="1857001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BC58554-3312-48F0-011B-1391EA579D22}"/>
              </a:ext>
            </a:extLst>
          </p:cNvPr>
          <p:cNvSpPr/>
          <p:nvPr/>
        </p:nvSpPr>
        <p:spPr>
          <a:xfrm>
            <a:off x="3035933" y="2648206"/>
            <a:ext cx="1723300" cy="32677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순서도: 연결자 19">
            <a:extLst>
              <a:ext uri="{FF2B5EF4-FFF2-40B4-BE49-F238E27FC236}">
                <a16:creationId xmlns:a16="http://schemas.microsoft.com/office/drawing/2014/main" id="{48412711-0689-ECA7-2641-42DF47B1F955}"/>
              </a:ext>
            </a:extLst>
          </p:cNvPr>
          <p:cNvSpPr/>
          <p:nvPr/>
        </p:nvSpPr>
        <p:spPr>
          <a:xfrm>
            <a:off x="2722254" y="2702534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0A34F13-815E-8484-050C-D378631E3DEC}"/>
              </a:ext>
            </a:extLst>
          </p:cNvPr>
          <p:cNvSpPr/>
          <p:nvPr/>
        </p:nvSpPr>
        <p:spPr>
          <a:xfrm>
            <a:off x="3035933" y="3056964"/>
            <a:ext cx="438787" cy="21811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순서도: 연결자 21">
            <a:extLst>
              <a:ext uri="{FF2B5EF4-FFF2-40B4-BE49-F238E27FC236}">
                <a16:creationId xmlns:a16="http://schemas.microsoft.com/office/drawing/2014/main" id="{47B8CE1E-D154-6F60-3D7F-CA06742D9310}"/>
              </a:ext>
            </a:extLst>
          </p:cNvPr>
          <p:cNvSpPr/>
          <p:nvPr/>
        </p:nvSpPr>
        <p:spPr>
          <a:xfrm>
            <a:off x="2722254" y="3050233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105AB14-B054-CCA8-8B29-FAA4559CB6E9}"/>
              </a:ext>
            </a:extLst>
          </p:cNvPr>
          <p:cNvSpPr/>
          <p:nvPr/>
        </p:nvSpPr>
        <p:spPr>
          <a:xfrm>
            <a:off x="3031574" y="3313871"/>
            <a:ext cx="438787" cy="21811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순서도: 연결자 24">
            <a:extLst>
              <a:ext uri="{FF2B5EF4-FFF2-40B4-BE49-F238E27FC236}">
                <a16:creationId xmlns:a16="http://schemas.microsoft.com/office/drawing/2014/main" id="{0112EE00-9E89-1421-40AF-F252C22965A6}"/>
              </a:ext>
            </a:extLst>
          </p:cNvPr>
          <p:cNvSpPr/>
          <p:nvPr/>
        </p:nvSpPr>
        <p:spPr>
          <a:xfrm>
            <a:off x="2722254" y="3319943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A1FCF47-7236-5CDC-C3B4-53F42704BA78}"/>
              </a:ext>
            </a:extLst>
          </p:cNvPr>
          <p:cNvSpPr/>
          <p:nvPr/>
        </p:nvSpPr>
        <p:spPr>
          <a:xfrm>
            <a:off x="6035040" y="3596900"/>
            <a:ext cx="306974" cy="21811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순서도: 연결자 27">
            <a:extLst>
              <a:ext uri="{FF2B5EF4-FFF2-40B4-BE49-F238E27FC236}">
                <a16:creationId xmlns:a16="http://schemas.microsoft.com/office/drawing/2014/main" id="{9A7A5562-06A2-2C2F-FF71-DC165B17F433}"/>
              </a:ext>
            </a:extLst>
          </p:cNvPr>
          <p:cNvSpPr/>
          <p:nvPr/>
        </p:nvSpPr>
        <p:spPr>
          <a:xfrm>
            <a:off x="5751175" y="3596900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801BB20-A413-152B-7DA0-548196546BBB}"/>
              </a:ext>
            </a:extLst>
          </p:cNvPr>
          <p:cNvSpPr/>
          <p:nvPr/>
        </p:nvSpPr>
        <p:spPr>
          <a:xfrm>
            <a:off x="6342014" y="3596900"/>
            <a:ext cx="306974" cy="21811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순서도: 연결자 29">
            <a:extLst>
              <a:ext uri="{FF2B5EF4-FFF2-40B4-BE49-F238E27FC236}">
                <a16:creationId xmlns:a16="http://schemas.microsoft.com/office/drawing/2014/main" id="{9117AFE2-08D1-9EE2-3DB1-78E48544AE98}"/>
              </a:ext>
            </a:extLst>
          </p:cNvPr>
          <p:cNvSpPr/>
          <p:nvPr/>
        </p:nvSpPr>
        <p:spPr>
          <a:xfrm>
            <a:off x="6742653" y="3596900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20327A-AEE4-63D7-026F-C411CAA1BBD4}"/>
              </a:ext>
            </a:extLst>
          </p:cNvPr>
          <p:cNvSpPr txBox="1"/>
          <p:nvPr/>
        </p:nvSpPr>
        <p:spPr>
          <a:xfrm>
            <a:off x="11101431" y="455306"/>
            <a:ext cx="823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2023.03.20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FCB09-8A4B-B397-24EE-3C522DE6D6FB}"/>
              </a:ext>
            </a:extLst>
          </p:cNvPr>
          <p:cNvSpPr txBox="1"/>
          <p:nvPr/>
        </p:nvSpPr>
        <p:spPr>
          <a:xfrm>
            <a:off x="9888177" y="455307"/>
            <a:ext cx="7687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권기일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58C291-B135-F60C-7A14-ADBD832A8477}"/>
              </a:ext>
            </a:extLst>
          </p:cNvPr>
          <p:cNvSpPr txBox="1"/>
          <p:nvPr/>
        </p:nvSpPr>
        <p:spPr>
          <a:xfrm>
            <a:off x="9919458" y="226504"/>
            <a:ext cx="1558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체크리스트 </a:t>
            </a:r>
            <a:r>
              <a:rPr lang="ko-KR" altLang="en-US" sz="1000" dirty="0" err="1"/>
              <a:t>탬플릿</a:t>
            </a:r>
            <a:r>
              <a:rPr lang="ko-KR" altLang="en-US" sz="1000" dirty="0"/>
              <a:t> 생성</a:t>
            </a:r>
          </a:p>
        </p:txBody>
      </p:sp>
    </p:spTree>
    <p:extLst>
      <p:ext uri="{BB962C8B-B14F-4D97-AF65-F5344CB8AC3E}">
        <p14:creationId xmlns:p14="http://schemas.microsoft.com/office/powerpoint/2010/main" val="811241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A3A8E4CD-71F3-DE0A-56D3-894975BBD3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78" y="803344"/>
            <a:ext cx="8865325" cy="4508885"/>
          </a:xfrm>
          <a:prstGeom prst="rect">
            <a:avLst/>
          </a:prstGeom>
        </p:spPr>
      </p:pic>
      <p:graphicFrame>
        <p:nvGraphicFramePr>
          <p:cNvPr id="4" name="Group 153">
            <a:extLst>
              <a:ext uri="{FF2B5EF4-FFF2-40B4-BE49-F238E27FC236}">
                <a16:creationId xmlns:a16="http://schemas.microsoft.com/office/drawing/2014/main" id="{6E32B779-4D6E-436C-BD33-2E6535904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390148"/>
              </p:ext>
            </p:extLst>
          </p:nvPr>
        </p:nvGraphicFramePr>
        <p:xfrm>
          <a:off x="9388476" y="918478"/>
          <a:ext cx="2536824" cy="642364"/>
        </p:xfrm>
        <a:graphic>
          <a:graphicData uri="http://schemas.openxmlformats.org/drawingml/2006/table">
            <a:tbl>
              <a:tblPr/>
              <a:tblGrid>
                <a:gridCol w="27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1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체크리스트 문항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파트 헤더 입력 필드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입력한 내용을 체크리스트 문항으로 생성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입력한 내용을 체크리스트 파트 헤더로 생성</a:t>
                      </a: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8EEB23D-7EA9-35D6-0DFF-B9A4800D7BCD}"/>
              </a:ext>
            </a:extLst>
          </p:cNvPr>
          <p:cNvSpPr txBox="1"/>
          <p:nvPr/>
        </p:nvSpPr>
        <p:spPr>
          <a:xfrm>
            <a:off x="1090569" y="226504"/>
            <a:ext cx="38994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체크리스트 </a:t>
            </a:r>
            <a:r>
              <a:rPr lang="ko-KR" altLang="en-US" sz="1000" dirty="0" err="1"/>
              <a:t>탬플릿</a:t>
            </a:r>
            <a:r>
              <a:rPr lang="ko-KR" altLang="en-US" sz="1000" dirty="0"/>
              <a:t> 관리 페이지 </a:t>
            </a:r>
            <a:r>
              <a:rPr lang="en-US" altLang="ko-KR" sz="1000" dirty="0"/>
              <a:t>– </a:t>
            </a:r>
            <a:r>
              <a:rPr lang="ko-KR" altLang="en-US" sz="1000" dirty="0" err="1"/>
              <a:t>탬플릿</a:t>
            </a:r>
            <a:r>
              <a:rPr lang="ko-KR" altLang="en-US" sz="1000" dirty="0"/>
              <a:t> 생성 팝업 </a:t>
            </a:r>
            <a:r>
              <a:rPr lang="en-US" altLang="ko-KR" sz="1000" dirty="0"/>
              <a:t>2/4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C67748-F6A3-43F0-BDC9-BE45772B3E1D}"/>
              </a:ext>
            </a:extLst>
          </p:cNvPr>
          <p:cNvSpPr txBox="1"/>
          <p:nvPr/>
        </p:nvSpPr>
        <p:spPr>
          <a:xfrm>
            <a:off x="1090569" y="5537650"/>
            <a:ext cx="7564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실수로 체크리스트 문항을 순서를 잘못 </a:t>
            </a:r>
            <a:r>
              <a:rPr lang="ko-KR" altLang="en-US" sz="1200" dirty="0" err="1"/>
              <a:t>만들었다거나</a:t>
            </a:r>
            <a:r>
              <a:rPr lang="en-US" altLang="ko-KR" sz="1200" dirty="0"/>
              <a:t>, </a:t>
            </a:r>
            <a:r>
              <a:rPr lang="ko-KR" altLang="en-US" sz="1200" dirty="0"/>
              <a:t>파트 간 순서가 뒤바뀐 경우에는 </a:t>
            </a:r>
            <a:endParaRPr lang="en-US" altLang="ko-KR" sz="1200" dirty="0"/>
          </a:p>
          <a:p>
            <a:r>
              <a:rPr lang="ko-KR" altLang="en-US" sz="1200" dirty="0"/>
              <a:t>각 문항</a:t>
            </a:r>
            <a:r>
              <a:rPr lang="en-US" altLang="ko-KR" sz="1200" dirty="0"/>
              <a:t>, </a:t>
            </a:r>
            <a:r>
              <a:rPr lang="ko-KR" altLang="en-US" sz="1200" dirty="0"/>
              <a:t>파트를 드래그 앤 </a:t>
            </a:r>
            <a:r>
              <a:rPr lang="ko-KR" altLang="en-US" sz="1200" dirty="0" err="1"/>
              <a:t>드랍하여</a:t>
            </a:r>
            <a:r>
              <a:rPr lang="ko-KR" altLang="en-US" sz="1200" dirty="0"/>
              <a:t> 순서를 변경할 수 있습니다</a:t>
            </a:r>
            <a:r>
              <a:rPr lang="en-US" altLang="ko-KR" sz="1200" dirty="0"/>
              <a:t>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C5D0D95-F596-E454-5892-895704F9CBD3}"/>
              </a:ext>
            </a:extLst>
          </p:cNvPr>
          <p:cNvSpPr/>
          <p:nvPr/>
        </p:nvSpPr>
        <p:spPr>
          <a:xfrm>
            <a:off x="3141301" y="2403566"/>
            <a:ext cx="3024368" cy="2351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4608433D-2668-6100-2E34-D73DE285051B}"/>
              </a:ext>
            </a:extLst>
          </p:cNvPr>
          <p:cNvSpPr/>
          <p:nvPr/>
        </p:nvSpPr>
        <p:spPr>
          <a:xfrm>
            <a:off x="2822176" y="2412075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12E484E-BF01-0C8B-185A-D430FFBC7437}"/>
              </a:ext>
            </a:extLst>
          </p:cNvPr>
          <p:cNvSpPr/>
          <p:nvPr/>
        </p:nvSpPr>
        <p:spPr>
          <a:xfrm>
            <a:off x="6213776" y="2416325"/>
            <a:ext cx="178316" cy="2351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순서도: 연결자 24">
            <a:extLst>
              <a:ext uri="{FF2B5EF4-FFF2-40B4-BE49-F238E27FC236}">
                <a16:creationId xmlns:a16="http://schemas.microsoft.com/office/drawing/2014/main" id="{DE3FBC98-4143-CD29-7FDD-FCF1A72CFA20}"/>
              </a:ext>
            </a:extLst>
          </p:cNvPr>
          <p:cNvSpPr/>
          <p:nvPr/>
        </p:nvSpPr>
        <p:spPr>
          <a:xfrm>
            <a:off x="6193877" y="2731643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362274-3F62-3BC6-10A2-48247E289BBB}"/>
              </a:ext>
            </a:extLst>
          </p:cNvPr>
          <p:cNvSpPr/>
          <p:nvPr/>
        </p:nvSpPr>
        <p:spPr>
          <a:xfrm>
            <a:off x="6366176" y="2411965"/>
            <a:ext cx="178316" cy="2351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순서도: 연결자 26">
            <a:extLst>
              <a:ext uri="{FF2B5EF4-FFF2-40B4-BE49-F238E27FC236}">
                <a16:creationId xmlns:a16="http://schemas.microsoft.com/office/drawing/2014/main" id="{BDFFDE22-2F50-E7C4-FC42-50823208A10A}"/>
              </a:ext>
            </a:extLst>
          </p:cNvPr>
          <p:cNvSpPr/>
          <p:nvPr/>
        </p:nvSpPr>
        <p:spPr>
          <a:xfrm>
            <a:off x="6587835" y="2428983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74ECD9-CAC4-0AF8-D4AE-8558E3C42FA8}"/>
              </a:ext>
            </a:extLst>
          </p:cNvPr>
          <p:cNvSpPr txBox="1"/>
          <p:nvPr/>
        </p:nvSpPr>
        <p:spPr>
          <a:xfrm>
            <a:off x="11101431" y="455306"/>
            <a:ext cx="823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2023.03.20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9C5EAE-6373-700F-C32F-7CD58A6C6B91}"/>
              </a:ext>
            </a:extLst>
          </p:cNvPr>
          <p:cNvSpPr txBox="1"/>
          <p:nvPr/>
        </p:nvSpPr>
        <p:spPr>
          <a:xfrm>
            <a:off x="9888177" y="455307"/>
            <a:ext cx="7687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권기일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389C38-920D-C72E-9C6E-6380B641971F}"/>
              </a:ext>
            </a:extLst>
          </p:cNvPr>
          <p:cNvSpPr txBox="1"/>
          <p:nvPr/>
        </p:nvSpPr>
        <p:spPr>
          <a:xfrm>
            <a:off x="9919458" y="226504"/>
            <a:ext cx="1558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체크리스트 </a:t>
            </a:r>
            <a:r>
              <a:rPr lang="ko-KR" altLang="en-US" sz="1000" dirty="0" err="1"/>
              <a:t>탬플릿</a:t>
            </a:r>
            <a:r>
              <a:rPr lang="ko-KR" altLang="en-US" sz="1000" dirty="0"/>
              <a:t> 생성</a:t>
            </a:r>
          </a:p>
        </p:txBody>
      </p:sp>
    </p:spTree>
    <p:extLst>
      <p:ext uri="{BB962C8B-B14F-4D97-AF65-F5344CB8AC3E}">
        <p14:creationId xmlns:p14="http://schemas.microsoft.com/office/powerpoint/2010/main" val="1803541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153">
            <a:extLst>
              <a:ext uri="{FF2B5EF4-FFF2-40B4-BE49-F238E27FC236}">
                <a16:creationId xmlns:a16="http://schemas.microsoft.com/office/drawing/2014/main" id="{6E32B779-4D6E-436C-BD33-2E6535904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791055"/>
              </p:ext>
            </p:extLst>
          </p:nvPr>
        </p:nvGraphicFramePr>
        <p:xfrm>
          <a:off x="9388476" y="918478"/>
          <a:ext cx="2536824" cy="1509086"/>
        </p:xfrm>
        <a:graphic>
          <a:graphicData uri="http://schemas.openxmlformats.org/drawingml/2006/table">
            <a:tbl>
              <a:tblPr/>
              <a:tblGrid>
                <a:gridCol w="27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1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기존에 작성했던 헤더 수정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헤더를 체크리스트 항목으로 변경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헤더 내 체크리스트 항목을 모두 체크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70551"/>
                  </a:ext>
                </a:extLst>
              </a:tr>
              <a:tr h="2160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헤더 내 체크리스트 항목의 체크를 모두 해제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061925"/>
                  </a:ext>
                </a:extLst>
              </a:tr>
              <a:tr h="2160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해당 헤더 내 조건 별 체크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체크 해제 적용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7990"/>
                  </a:ext>
                </a:extLst>
              </a:tr>
              <a:tr h="2160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해당 헤더 및 헤더 내 항목 모두 삭제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744541"/>
                  </a:ext>
                </a:extLst>
              </a:tr>
              <a:tr h="2160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모든 헤더의 하위 항목 숨기기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37085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5E77310-D6FB-C72B-29C4-B2A8B4832F48}"/>
              </a:ext>
            </a:extLst>
          </p:cNvPr>
          <p:cNvSpPr txBox="1"/>
          <p:nvPr/>
        </p:nvSpPr>
        <p:spPr>
          <a:xfrm>
            <a:off x="1090569" y="226504"/>
            <a:ext cx="38994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체크리스트 </a:t>
            </a:r>
            <a:r>
              <a:rPr lang="ko-KR" altLang="en-US" sz="1000" dirty="0" err="1"/>
              <a:t>탬플릿</a:t>
            </a:r>
            <a:r>
              <a:rPr lang="ko-KR" altLang="en-US" sz="1000" dirty="0"/>
              <a:t> 관리 페이지 </a:t>
            </a:r>
            <a:r>
              <a:rPr lang="en-US" altLang="ko-KR" sz="1000" dirty="0"/>
              <a:t>– </a:t>
            </a:r>
            <a:r>
              <a:rPr lang="ko-KR" altLang="en-US" sz="1000" dirty="0" err="1"/>
              <a:t>탬플릿</a:t>
            </a:r>
            <a:r>
              <a:rPr lang="ko-KR" altLang="en-US" sz="1000" dirty="0"/>
              <a:t> 생성 팝업 </a:t>
            </a:r>
            <a:r>
              <a:rPr lang="en-US" altLang="ko-KR" sz="1000" dirty="0"/>
              <a:t>3/4</a:t>
            </a:r>
            <a:endParaRPr lang="ko-KR" altLang="en-US" sz="10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F330C46-CA49-5AD5-1BD7-EBB7020450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78" y="803344"/>
            <a:ext cx="8865324" cy="4508885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81F651DB-6625-A120-65D4-838D4BF6A779}"/>
              </a:ext>
            </a:extLst>
          </p:cNvPr>
          <p:cNvSpPr/>
          <p:nvPr/>
        </p:nvSpPr>
        <p:spPr>
          <a:xfrm>
            <a:off x="7163009" y="2712416"/>
            <a:ext cx="1484601" cy="2351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순서도: 연결자 16">
            <a:extLst>
              <a:ext uri="{FF2B5EF4-FFF2-40B4-BE49-F238E27FC236}">
                <a16:creationId xmlns:a16="http://schemas.microsoft.com/office/drawing/2014/main" id="{D37AF81A-B85B-B369-1193-45C75169FD59}"/>
              </a:ext>
            </a:extLst>
          </p:cNvPr>
          <p:cNvSpPr/>
          <p:nvPr/>
        </p:nvSpPr>
        <p:spPr>
          <a:xfrm>
            <a:off x="6874908" y="2729434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87C3EA-5AA1-D6FA-2787-52354F16B4E4}"/>
              </a:ext>
            </a:extLst>
          </p:cNvPr>
          <p:cNvSpPr txBox="1"/>
          <p:nvPr/>
        </p:nvSpPr>
        <p:spPr>
          <a:xfrm>
            <a:off x="1090569" y="5537650"/>
            <a:ext cx="7564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체크리스트 항목 자체를 수정해야 할 때는 수정하고자 하는 체크리스트 항목을 클릭하면 됩니다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삭제할 때는 항목 우측 메뉴 버튼을 클릭 후 </a:t>
            </a:r>
            <a:r>
              <a:rPr lang="en-US" altLang="ko-KR" sz="1200" dirty="0"/>
              <a:t>delete </a:t>
            </a:r>
            <a:r>
              <a:rPr lang="ko-KR" altLang="en-US" sz="1200" dirty="0"/>
              <a:t>버튼 클릭하면 원하는 항목이 삭제됩니다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항목을 헤더로 변경할 경우에는 항목 우측의 메뉴 버튼 클릭 후 </a:t>
            </a:r>
            <a:r>
              <a:rPr lang="en-US" altLang="ko-KR" sz="1200" dirty="0"/>
              <a:t>change to</a:t>
            </a:r>
            <a:r>
              <a:rPr lang="ko-KR" altLang="en-US" sz="1200" dirty="0"/>
              <a:t> </a:t>
            </a:r>
            <a:r>
              <a:rPr lang="en-US" altLang="ko-KR" sz="1200" dirty="0"/>
              <a:t>header</a:t>
            </a:r>
            <a:r>
              <a:rPr lang="ko-KR" altLang="en-US" sz="1200" dirty="0"/>
              <a:t>를 클릭하면 됩니다</a:t>
            </a:r>
            <a:r>
              <a:rPr lang="en-US" altLang="ko-KR" sz="1200" dirty="0"/>
              <a:t>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73E147B-0F6C-A741-8617-9EB4A24C0E72}"/>
              </a:ext>
            </a:extLst>
          </p:cNvPr>
          <p:cNvSpPr/>
          <p:nvPr/>
        </p:nvSpPr>
        <p:spPr>
          <a:xfrm>
            <a:off x="7170511" y="2997663"/>
            <a:ext cx="1484601" cy="2351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순서도: 연결자 21">
            <a:extLst>
              <a:ext uri="{FF2B5EF4-FFF2-40B4-BE49-F238E27FC236}">
                <a16:creationId xmlns:a16="http://schemas.microsoft.com/office/drawing/2014/main" id="{7BF7720A-63FD-B646-8131-70842D3419A2}"/>
              </a:ext>
            </a:extLst>
          </p:cNvPr>
          <p:cNvSpPr/>
          <p:nvPr/>
        </p:nvSpPr>
        <p:spPr>
          <a:xfrm>
            <a:off x="6874908" y="3033603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123275A-AD1A-76CF-E970-0F7C2685CC52}"/>
              </a:ext>
            </a:extLst>
          </p:cNvPr>
          <p:cNvSpPr/>
          <p:nvPr/>
        </p:nvSpPr>
        <p:spPr>
          <a:xfrm>
            <a:off x="7163008" y="3328282"/>
            <a:ext cx="1484601" cy="2351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순서도: 연결자 23">
            <a:extLst>
              <a:ext uri="{FF2B5EF4-FFF2-40B4-BE49-F238E27FC236}">
                <a16:creationId xmlns:a16="http://schemas.microsoft.com/office/drawing/2014/main" id="{F92C35F7-4CD8-AFA1-D0DA-0B4B3AD690BC}"/>
              </a:ext>
            </a:extLst>
          </p:cNvPr>
          <p:cNvSpPr/>
          <p:nvPr/>
        </p:nvSpPr>
        <p:spPr>
          <a:xfrm>
            <a:off x="6874908" y="3345300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B231D06-00DC-8D0B-11F0-44714D891C2C}"/>
              </a:ext>
            </a:extLst>
          </p:cNvPr>
          <p:cNvSpPr/>
          <p:nvPr/>
        </p:nvSpPr>
        <p:spPr>
          <a:xfrm>
            <a:off x="7170511" y="3558559"/>
            <a:ext cx="1484601" cy="2351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순서도: 연결자 25">
            <a:extLst>
              <a:ext uri="{FF2B5EF4-FFF2-40B4-BE49-F238E27FC236}">
                <a16:creationId xmlns:a16="http://schemas.microsoft.com/office/drawing/2014/main" id="{58E40AC8-73EA-0CCD-EBE5-364B469491A9}"/>
              </a:ext>
            </a:extLst>
          </p:cNvPr>
          <p:cNvSpPr/>
          <p:nvPr/>
        </p:nvSpPr>
        <p:spPr>
          <a:xfrm>
            <a:off x="6874908" y="3582336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D6A336A-BDE2-65DC-6ACE-2724A85CA704}"/>
              </a:ext>
            </a:extLst>
          </p:cNvPr>
          <p:cNvSpPr/>
          <p:nvPr/>
        </p:nvSpPr>
        <p:spPr>
          <a:xfrm>
            <a:off x="7170511" y="3864955"/>
            <a:ext cx="1484601" cy="2351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순서도: 연결자 28">
            <a:extLst>
              <a:ext uri="{FF2B5EF4-FFF2-40B4-BE49-F238E27FC236}">
                <a16:creationId xmlns:a16="http://schemas.microsoft.com/office/drawing/2014/main" id="{9ACBDCEC-7C86-155C-53AB-60741DC386E4}"/>
              </a:ext>
            </a:extLst>
          </p:cNvPr>
          <p:cNvSpPr/>
          <p:nvPr/>
        </p:nvSpPr>
        <p:spPr>
          <a:xfrm>
            <a:off x="6874908" y="3873464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CCC9BDF-085C-FD5E-AA7B-15967929AF33}"/>
              </a:ext>
            </a:extLst>
          </p:cNvPr>
          <p:cNvSpPr/>
          <p:nvPr/>
        </p:nvSpPr>
        <p:spPr>
          <a:xfrm>
            <a:off x="7170511" y="4195574"/>
            <a:ext cx="1484601" cy="2351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순서도: 연결자 30">
            <a:extLst>
              <a:ext uri="{FF2B5EF4-FFF2-40B4-BE49-F238E27FC236}">
                <a16:creationId xmlns:a16="http://schemas.microsoft.com/office/drawing/2014/main" id="{2101E488-4208-DBEF-8468-5995D857EF1A}"/>
              </a:ext>
            </a:extLst>
          </p:cNvPr>
          <p:cNvSpPr/>
          <p:nvPr/>
        </p:nvSpPr>
        <p:spPr>
          <a:xfrm>
            <a:off x="6874908" y="4201124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1F30A38-8646-1D3C-6351-9FBABA98C11A}"/>
              </a:ext>
            </a:extLst>
          </p:cNvPr>
          <p:cNvSpPr/>
          <p:nvPr/>
        </p:nvSpPr>
        <p:spPr>
          <a:xfrm>
            <a:off x="8202477" y="1998574"/>
            <a:ext cx="323215" cy="2351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순서도: 연결자 32">
            <a:extLst>
              <a:ext uri="{FF2B5EF4-FFF2-40B4-BE49-F238E27FC236}">
                <a16:creationId xmlns:a16="http://schemas.microsoft.com/office/drawing/2014/main" id="{3CBC1157-1001-F72E-2A7F-99A71450A03C}"/>
              </a:ext>
            </a:extLst>
          </p:cNvPr>
          <p:cNvSpPr/>
          <p:nvPr/>
        </p:nvSpPr>
        <p:spPr>
          <a:xfrm>
            <a:off x="7914376" y="1993448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3456AE-CF72-D299-E634-643936F156CE}"/>
              </a:ext>
            </a:extLst>
          </p:cNvPr>
          <p:cNvSpPr txBox="1"/>
          <p:nvPr/>
        </p:nvSpPr>
        <p:spPr>
          <a:xfrm>
            <a:off x="11101431" y="455306"/>
            <a:ext cx="823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2023.03.20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A86B84-012E-282F-C1DA-21B3EA9E08C5}"/>
              </a:ext>
            </a:extLst>
          </p:cNvPr>
          <p:cNvSpPr txBox="1"/>
          <p:nvPr/>
        </p:nvSpPr>
        <p:spPr>
          <a:xfrm>
            <a:off x="9888177" y="455307"/>
            <a:ext cx="7687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권기일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3935CE-276F-E119-9BCD-D86E7F4C34D8}"/>
              </a:ext>
            </a:extLst>
          </p:cNvPr>
          <p:cNvSpPr txBox="1"/>
          <p:nvPr/>
        </p:nvSpPr>
        <p:spPr>
          <a:xfrm>
            <a:off x="9919458" y="226504"/>
            <a:ext cx="1558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체크리스트 </a:t>
            </a:r>
            <a:r>
              <a:rPr lang="ko-KR" altLang="en-US" sz="1000" dirty="0" err="1"/>
              <a:t>탬플릿</a:t>
            </a:r>
            <a:r>
              <a:rPr lang="ko-KR" altLang="en-US" sz="1000" dirty="0"/>
              <a:t> 생성</a:t>
            </a:r>
          </a:p>
        </p:txBody>
      </p:sp>
    </p:spTree>
    <p:extLst>
      <p:ext uri="{BB962C8B-B14F-4D97-AF65-F5344CB8AC3E}">
        <p14:creationId xmlns:p14="http://schemas.microsoft.com/office/powerpoint/2010/main" val="1063870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153">
            <a:extLst>
              <a:ext uri="{FF2B5EF4-FFF2-40B4-BE49-F238E27FC236}">
                <a16:creationId xmlns:a16="http://schemas.microsoft.com/office/drawing/2014/main" id="{6E32B779-4D6E-436C-BD33-2E6535904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284136"/>
              </p:ext>
            </p:extLst>
          </p:nvPr>
        </p:nvGraphicFramePr>
        <p:xfrm>
          <a:off x="9388476" y="918478"/>
          <a:ext cx="2536824" cy="642364"/>
        </p:xfrm>
        <a:graphic>
          <a:graphicData uri="http://schemas.openxmlformats.org/drawingml/2006/table">
            <a:tbl>
              <a:tblPr/>
              <a:tblGrid>
                <a:gridCol w="27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1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마크다운 편집 팝업 실행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체크리스트 내 모든 헤더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항목 삭제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Checklist for Jira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관련 문서 페이지 탭 생성</a:t>
                      </a: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BB2A59A4-CAFD-6907-4E1F-48DE09CD95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42" y="805092"/>
            <a:ext cx="8855659" cy="450713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004B476D-862E-2FFE-1A5F-2B95BE68499F}"/>
              </a:ext>
            </a:extLst>
          </p:cNvPr>
          <p:cNvSpPr/>
          <p:nvPr/>
        </p:nvSpPr>
        <p:spPr>
          <a:xfrm>
            <a:off x="7163009" y="3193868"/>
            <a:ext cx="1484601" cy="2351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순서도: 연결자 11">
            <a:extLst>
              <a:ext uri="{FF2B5EF4-FFF2-40B4-BE49-F238E27FC236}">
                <a16:creationId xmlns:a16="http://schemas.microsoft.com/office/drawing/2014/main" id="{E1F9D11D-21C3-F37F-6F3B-37990E99D547}"/>
              </a:ext>
            </a:extLst>
          </p:cNvPr>
          <p:cNvSpPr/>
          <p:nvPr/>
        </p:nvSpPr>
        <p:spPr>
          <a:xfrm>
            <a:off x="6913977" y="3202377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52EAEDC-F973-3436-3557-58A7BF8380A8}"/>
              </a:ext>
            </a:extLst>
          </p:cNvPr>
          <p:cNvSpPr/>
          <p:nvPr/>
        </p:nvSpPr>
        <p:spPr>
          <a:xfrm>
            <a:off x="7162893" y="3491399"/>
            <a:ext cx="1484601" cy="2351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연결자 13">
            <a:extLst>
              <a:ext uri="{FF2B5EF4-FFF2-40B4-BE49-F238E27FC236}">
                <a16:creationId xmlns:a16="http://schemas.microsoft.com/office/drawing/2014/main" id="{73D1684B-5294-FFD7-BA0D-6AAD42853D01}"/>
              </a:ext>
            </a:extLst>
          </p:cNvPr>
          <p:cNvSpPr/>
          <p:nvPr/>
        </p:nvSpPr>
        <p:spPr>
          <a:xfrm>
            <a:off x="6913977" y="3491399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A36499C-1726-BF5E-924D-D388C3E92626}"/>
              </a:ext>
            </a:extLst>
          </p:cNvPr>
          <p:cNvSpPr/>
          <p:nvPr/>
        </p:nvSpPr>
        <p:spPr>
          <a:xfrm>
            <a:off x="7162893" y="3806348"/>
            <a:ext cx="1484601" cy="2351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E736F6E8-D78A-6E3E-18A8-F5B387F1DF67}"/>
              </a:ext>
            </a:extLst>
          </p:cNvPr>
          <p:cNvSpPr/>
          <p:nvPr/>
        </p:nvSpPr>
        <p:spPr>
          <a:xfrm>
            <a:off x="6913977" y="3814857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6EB31D-A0DC-42C3-A0EB-41A58CD94EAF}"/>
              </a:ext>
            </a:extLst>
          </p:cNvPr>
          <p:cNvSpPr txBox="1"/>
          <p:nvPr/>
        </p:nvSpPr>
        <p:spPr>
          <a:xfrm>
            <a:off x="1090569" y="226504"/>
            <a:ext cx="38994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체크리스트 </a:t>
            </a:r>
            <a:r>
              <a:rPr lang="ko-KR" altLang="en-US" sz="1000" dirty="0" err="1"/>
              <a:t>탬플릿</a:t>
            </a:r>
            <a:r>
              <a:rPr lang="ko-KR" altLang="en-US" sz="1000" dirty="0"/>
              <a:t> 관리 페이지 </a:t>
            </a:r>
            <a:r>
              <a:rPr lang="en-US" altLang="ko-KR" sz="1000" dirty="0"/>
              <a:t>– </a:t>
            </a:r>
            <a:r>
              <a:rPr lang="ko-KR" altLang="en-US" sz="1000" dirty="0" err="1"/>
              <a:t>탬플릿</a:t>
            </a:r>
            <a:r>
              <a:rPr lang="ko-KR" altLang="en-US" sz="1000" dirty="0"/>
              <a:t> 생성 팝업 </a:t>
            </a:r>
            <a:r>
              <a:rPr lang="en-US" altLang="ko-KR" sz="1000" dirty="0"/>
              <a:t>4/4</a:t>
            </a:r>
            <a:endParaRPr lang="ko-KR" alt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054272-8ADE-ED67-C592-6C3877ADC058}"/>
              </a:ext>
            </a:extLst>
          </p:cNvPr>
          <p:cNvSpPr txBox="1"/>
          <p:nvPr/>
        </p:nvSpPr>
        <p:spPr>
          <a:xfrm>
            <a:off x="11101431" y="455306"/>
            <a:ext cx="823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2023.03.20</a:t>
            </a:r>
            <a:endParaRPr lang="ko-KR" altLang="en-US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4C0BC4-F472-C6B6-885F-46D5604CE382}"/>
              </a:ext>
            </a:extLst>
          </p:cNvPr>
          <p:cNvSpPr txBox="1"/>
          <p:nvPr/>
        </p:nvSpPr>
        <p:spPr>
          <a:xfrm>
            <a:off x="9888177" y="455307"/>
            <a:ext cx="7687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권기일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A1C0E0-1A42-8823-0945-C3373EFDB631}"/>
              </a:ext>
            </a:extLst>
          </p:cNvPr>
          <p:cNvSpPr txBox="1"/>
          <p:nvPr/>
        </p:nvSpPr>
        <p:spPr>
          <a:xfrm>
            <a:off x="9919458" y="226504"/>
            <a:ext cx="1558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체크리스트 </a:t>
            </a:r>
            <a:r>
              <a:rPr lang="ko-KR" altLang="en-US" sz="1000" dirty="0" err="1"/>
              <a:t>탬플릿</a:t>
            </a:r>
            <a:r>
              <a:rPr lang="ko-KR" altLang="en-US" sz="1000" dirty="0"/>
              <a:t> 생성</a:t>
            </a:r>
          </a:p>
        </p:txBody>
      </p:sp>
    </p:spTree>
    <p:extLst>
      <p:ext uri="{BB962C8B-B14F-4D97-AF65-F5344CB8AC3E}">
        <p14:creationId xmlns:p14="http://schemas.microsoft.com/office/powerpoint/2010/main" val="2790542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153">
            <a:extLst>
              <a:ext uri="{FF2B5EF4-FFF2-40B4-BE49-F238E27FC236}">
                <a16:creationId xmlns:a16="http://schemas.microsoft.com/office/drawing/2014/main" id="{6E32B779-4D6E-436C-BD33-2E6535904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360789"/>
              </p:ext>
            </p:extLst>
          </p:nvPr>
        </p:nvGraphicFramePr>
        <p:xfrm>
          <a:off x="9388476" y="918478"/>
          <a:ext cx="2536824" cy="642364"/>
        </p:xfrm>
        <a:graphic>
          <a:graphicData uri="http://schemas.openxmlformats.org/drawingml/2006/table">
            <a:tbl>
              <a:tblPr/>
              <a:tblGrid>
                <a:gridCol w="27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1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작성한 체크리스트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탬플릿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편집 팝업 실행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체크리스트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탬플릿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설정 변경 팝업 실행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작성한 체크리스트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탬플릿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삭제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99043" marR="99043" marT="45577" marB="4557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947B415-DD4E-4616-8F55-00B20434FD03}"/>
              </a:ext>
            </a:extLst>
          </p:cNvPr>
          <p:cNvSpPr txBox="1"/>
          <p:nvPr/>
        </p:nvSpPr>
        <p:spPr>
          <a:xfrm>
            <a:off x="1090568" y="226504"/>
            <a:ext cx="37862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체크리스트 </a:t>
            </a:r>
            <a:r>
              <a:rPr lang="ko-KR" altLang="en-US" sz="1000" dirty="0" err="1"/>
              <a:t>탬플릿</a:t>
            </a:r>
            <a:r>
              <a:rPr lang="ko-KR" altLang="en-US" sz="1000" dirty="0"/>
              <a:t> 생성 완료 상태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9A482B2-94D2-9EF5-004A-40516C7C6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42" y="805093"/>
            <a:ext cx="8855659" cy="4507138"/>
          </a:xfrm>
          <a:prstGeom prst="rect">
            <a:avLst/>
          </a:prstGeom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72597017-A632-9977-1EF4-449D0C36A050}"/>
              </a:ext>
            </a:extLst>
          </p:cNvPr>
          <p:cNvCxnSpPr/>
          <p:nvPr/>
        </p:nvCxnSpPr>
        <p:spPr>
          <a:xfrm>
            <a:off x="8560526" y="2124892"/>
            <a:ext cx="0" cy="67056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순서도: 연결자 24">
            <a:extLst>
              <a:ext uri="{FF2B5EF4-FFF2-40B4-BE49-F238E27FC236}">
                <a16:creationId xmlns:a16="http://schemas.microsoft.com/office/drawing/2014/main" id="{5CC9918D-5B4F-9BBA-FABD-078E613C2277}"/>
              </a:ext>
            </a:extLst>
          </p:cNvPr>
          <p:cNvSpPr/>
          <p:nvPr/>
        </p:nvSpPr>
        <p:spPr>
          <a:xfrm>
            <a:off x="8451469" y="2840548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FF3CACC0-BE51-BEFD-AC82-38A69EBF4D13}"/>
              </a:ext>
            </a:extLst>
          </p:cNvPr>
          <p:cNvCxnSpPr>
            <a:cxnSpLocks/>
          </p:cNvCxnSpPr>
          <p:nvPr/>
        </p:nvCxnSpPr>
        <p:spPr>
          <a:xfrm flipV="1">
            <a:off x="8669583" y="1586967"/>
            <a:ext cx="0" cy="44213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순서도: 연결자 28">
            <a:extLst>
              <a:ext uri="{FF2B5EF4-FFF2-40B4-BE49-F238E27FC236}">
                <a16:creationId xmlns:a16="http://schemas.microsoft.com/office/drawing/2014/main" id="{C57B300B-3EB3-C917-4CFD-B6008978AF4D}"/>
              </a:ext>
            </a:extLst>
          </p:cNvPr>
          <p:cNvSpPr/>
          <p:nvPr/>
        </p:nvSpPr>
        <p:spPr>
          <a:xfrm>
            <a:off x="8560526" y="1368853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C9CF0B95-0A04-1F14-4613-057EB2F43418}"/>
              </a:ext>
            </a:extLst>
          </p:cNvPr>
          <p:cNvCxnSpPr/>
          <p:nvPr/>
        </p:nvCxnSpPr>
        <p:spPr>
          <a:xfrm>
            <a:off x="8787349" y="2133600"/>
            <a:ext cx="0" cy="67056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순서도: 연결자 30">
            <a:extLst>
              <a:ext uri="{FF2B5EF4-FFF2-40B4-BE49-F238E27FC236}">
                <a16:creationId xmlns:a16="http://schemas.microsoft.com/office/drawing/2014/main" id="{557FFC1F-6F32-71C2-28D8-CAC16F23EFFA}"/>
              </a:ext>
            </a:extLst>
          </p:cNvPr>
          <p:cNvSpPr/>
          <p:nvPr/>
        </p:nvSpPr>
        <p:spPr>
          <a:xfrm>
            <a:off x="8713526" y="2840204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3A2358-5107-52D3-34A9-1CB58DA8BC7D}"/>
              </a:ext>
            </a:extLst>
          </p:cNvPr>
          <p:cNvSpPr txBox="1"/>
          <p:nvPr/>
        </p:nvSpPr>
        <p:spPr>
          <a:xfrm>
            <a:off x="11101431" y="455306"/>
            <a:ext cx="823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2023.03.20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50C23A-1C50-BC02-CDB5-2714DC05BBA6}"/>
              </a:ext>
            </a:extLst>
          </p:cNvPr>
          <p:cNvSpPr txBox="1"/>
          <p:nvPr/>
        </p:nvSpPr>
        <p:spPr>
          <a:xfrm>
            <a:off x="9888177" y="455307"/>
            <a:ext cx="7687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권기일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6BE82B-D07E-0D5F-88BC-070620D87ECD}"/>
              </a:ext>
            </a:extLst>
          </p:cNvPr>
          <p:cNvSpPr txBox="1"/>
          <p:nvPr/>
        </p:nvSpPr>
        <p:spPr>
          <a:xfrm>
            <a:off x="9919458" y="226504"/>
            <a:ext cx="1558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체크리스트 </a:t>
            </a:r>
            <a:r>
              <a:rPr lang="ko-KR" altLang="en-US" sz="1000" dirty="0" err="1"/>
              <a:t>탬플릿</a:t>
            </a:r>
            <a:r>
              <a:rPr lang="ko-KR" altLang="en-US" sz="1000" dirty="0"/>
              <a:t> 생성</a:t>
            </a:r>
          </a:p>
        </p:txBody>
      </p:sp>
    </p:spTree>
    <p:extLst>
      <p:ext uri="{BB962C8B-B14F-4D97-AF65-F5344CB8AC3E}">
        <p14:creationId xmlns:p14="http://schemas.microsoft.com/office/powerpoint/2010/main" val="2946049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153">
            <a:extLst>
              <a:ext uri="{FF2B5EF4-FFF2-40B4-BE49-F238E27FC236}">
                <a16:creationId xmlns:a16="http://schemas.microsoft.com/office/drawing/2014/main" id="{6E32B779-4D6E-436C-BD33-2E6535904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796694"/>
              </p:ext>
            </p:extLst>
          </p:nvPr>
        </p:nvGraphicFramePr>
        <p:xfrm>
          <a:off x="9388476" y="918478"/>
          <a:ext cx="2536824" cy="213074"/>
        </p:xfrm>
        <a:graphic>
          <a:graphicData uri="http://schemas.openxmlformats.org/drawingml/2006/table">
            <a:tbl>
              <a:tblPr/>
              <a:tblGrid>
                <a:gridCol w="27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1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설정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&gt;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이슈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&gt;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사용자 정의 필드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947B415-DD4E-4616-8F55-00B20434FD03}"/>
              </a:ext>
            </a:extLst>
          </p:cNvPr>
          <p:cNvSpPr txBox="1"/>
          <p:nvPr/>
        </p:nvSpPr>
        <p:spPr>
          <a:xfrm>
            <a:off x="1090569" y="226504"/>
            <a:ext cx="3187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이슈 관리 페이지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A55C08-5198-F267-B425-1559B80CA5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58" y="918478"/>
            <a:ext cx="1191421" cy="229004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AAB865D-8067-C195-7951-57CC7B77818F}"/>
              </a:ext>
            </a:extLst>
          </p:cNvPr>
          <p:cNvSpPr/>
          <p:nvPr/>
        </p:nvSpPr>
        <p:spPr>
          <a:xfrm>
            <a:off x="550295" y="1810952"/>
            <a:ext cx="294436" cy="15718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12151A0-4C6F-0228-07C2-9842A26D4305}"/>
              </a:ext>
            </a:extLst>
          </p:cNvPr>
          <p:cNvCxnSpPr>
            <a:cxnSpLocks/>
          </p:cNvCxnSpPr>
          <p:nvPr/>
        </p:nvCxnSpPr>
        <p:spPr>
          <a:xfrm>
            <a:off x="1454332" y="1889544"/>
            <a:ext cx="60960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34DF380A-051F-AFAC-F20C-6611B0636B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900" y="918478"/>
            <a:ext cx="6800094" cy="4722040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4DAE18AD-D0D7-03EE-A25E-30070E4466CA}"/>
              </a:ext>
            </a:extLst>
          </p:cNvPr>
          <p:cNvSpPr/>
          <p:nvPr/>
        </p:nvSpPr>
        <p:spPr>
          <a:xfrm>
            <a:off x="2200569" y="3853112"/>
            <a:ext cx="803887" cy="17895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D760CC-C20A-CF79-7B3B-C67DD37D9819}"/>
              </a:ext>
            </a:extLst>
          </p:cNvPr>
          <p:cNvSpPr txBox="1"/>
          <p:nvPr/>
        </p:nvSpPr>
        <p:spPr>
          <a:xfrm>
            <a:off x="11101431" y="455306"/>
            <a:ext cx="823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2023.03.20</a:t>
            </a:r>
            <a:endParaRPr lang="ko-KR" alt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BA7A9-3622-7336-55CD-8B2FE9781344}"/>
              </a:ext>
            </a:extLst>
          </p:cNvPr>
          <p:cNvSpPr txBox="1"/>
          <p:nvPr/>
        </p:nvSpPr>
        <p:spPr>
          <a:xfrm>
            <a:off x="9888177" y="455307"/>
            <a:ext cx="7687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권기일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4F75FA-B316-22E1-E2DE-EB8C6A59807A}"/>
              </a:ext>
            </a:extLst>
          </p:cNvPr>
          <p:cNvSpPr txBox="1"/>
          <p:nvPr/>
        </p:nvSpPr>
        <p:spPr>
          <a:xfrm>
            <a:off x="9919458" y="226504"/>
            <a:ext cx="1558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체크리스트 필드 생성</a:t>
            </a:r>
          </a:p>
        </p:txBody>
      </p:sp>
    </p:spTree>
    <p:extLst>
      <p:ext uri="{BB962C8B-B14F-4D97-AF65-F5344CB8AC3E}">
        <p14:creationId xmlns:p14="http://schemas.microsoft.com/office/powerpoint/2010/main" val="3235289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630E29F5-0FD3-3C21-853D-4FA35957DD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63" y="847894"/>
            <a:ext cx="8640661" cy="4219857"/>
          </a:xfrm>
          <a:prstGeom prst="rect">
            <a:avLst/>
          </a:prstGeom>
        </p:spPr>
      </p:pic>
      <p:graphicFrame>
        <p:nvGraphicFramePr>
          <p:cNvPr id="4" name="Group 153">
            <a:extLst>
              <a:ext uri="{FF2B5EF4-FFF2-40B4-BE49-F238E27FC236}">
                <a16:creationId xmlns:a16="http://schemas.microsoft.com/office/drawing/2014/main" id="{6E32B779-4D6E-436C-BD33-2E6535904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10165"/>
              </p:ext>
            </p:extLst>
          </p:nvPr>
        </p:nvGraphicFramePr>
        <p:xfrm>
          <a:off x="9388476" y="918478"/>
          <a:ext cx="2536824" cy="213074"/>
        </p:xfrm>
        <a:graphic>
          <a:graphicData uri="http://schemas.openxmlformats.org/drawingml/2006/table">
            <a:tbl>
              <a:tblPr/>
              <a:tblGrid>
                <a:gridCol w="27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1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추가하고자 하는 커스텀 필드 생성 팝업 열림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947B415-DD4E-4616-8F55-00B20434FD03}"/>
              </a:ext>
            </a:extLst>
          </p:cNvPr>
          <p:cNvSpPr txBox="1"/>
          <p:nvPr/>
        </p:nvSpPr>
        <p:spPr>
          <a:xfrm>
            <a:off x="1090569" y="226504"/>
            <a:ext cx="3187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사용자 정의 필드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0026F8B-4FBF-ACCE-9933-A542AD9DA403}"/>
              </a:ext>
            </a:extLst>
          </p:cNvPr>
          <p:cNvSpPr/>
          <p:nvPr/>
        </p:nvSpPr>
        <p:spPr>
          <a:xfrm>
            <a:off x="8334104" y="1571896"/>
            <a:ext cx="914398" cy="2351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F31BF4F6-E402-AB27-1CB2-9AEAE34A169A}"/>
              </a:ext>
            </a:extLst>
          </p:cNvPr>
          <p:cNvSpPr/>
          <p:nvPr/>
        </p:nvSpPr>
        <p:spPr>
          <a:xfrm>
            <a:off x="8085072" y="1580405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DD0FC-E0DB-29BE-1282-9B05AE2258D9}"/>
              </a:ext>
            </a:extLst>
          </p:cNvPr>
          <p:cNvSpPr txBox="1"/>
          <p:nvPr/>
        </p:nvSpPr>
        <p:spPr>
          <a:xfrm>
            <a:off x="11101431" y="455306"/>
            <a:ext cx="823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2023.03.20</a:t>
            </a:r>
            <a:endParaRPr lang="ko-KR" alt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085154-333B-20CA-9AC2-8A76B74BCF7B}"/>
              </a:ext>
            </a:extLst>
          </p:cNvPr>
          <p:cNvSpPr txBox="1"/>
          <p:nvPr/>
        </p:nvSpPr>
        <p:spPr>
          <a:xfrm>
            <a:off x="9888177" y="455307"/>
            <a:ext cx="7687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권기일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2CDF15-F1CE-F6F2-8847-43E45B9981E1}"/>
              </a:ext>
            </a:extLst>
          </p:cNvPr>
          <p:cNvSpPr txBox="1"/>
          <p:nvPr/>
        </p:nvSpPr>
        <p:spPr>
          <a:xfrm>
            <a:off x="9919458" y="226504"/>
            <a:ext cx="1558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체크리스트 필드 생성</a:t>
            </a:r>
          </a:p>
        </p:txBody>
      </p:sp>
    </p:spTree>
    <p:extLst>
      <p:ext uri="{BB962C8B-B14F-4D97-AF65-F5344CB8AC3E}">
        <p14:creationId xmlns:p14="http://schemas.microsoft.com/office/powerpoint/2010/main" val="2848631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153">
            <a:extLst>
              <a:ext uri="{FF2B5EF4-FFF2-40B4-BE49-F238E27FC236}">
                <a16:creationId xmlns:a16="http://schemas.microsoft.com/office/drawing/2014/main" id="{6E32B779-4D6E-436C-BD33-2E6535904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270713"/>
              </p:ext>
            </p:extLst>
          </p:nvPr>
        </p:nvGraphicFramePr>
        <p:xfrm>
          <a:off x="9388476" y="918478"/>
          <a:ext cx="2536824" cy="426148"/>
        </p:xfrm>
        <a:graphic>
          <a:graphicData uri="http://schemas.openxmlformats.org/drawingml/2006/table">
            <a:tbl>
              <a:tblPr/>
              <a:tblGrid>
                <a:gridCol w="27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1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필드 유형에서 체크리스트 선택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필드 이름 및 설명 페이지로 이동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26182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947B415-DD4E-4616-8F55-00B20434FD03}"/>
              </a:ext>
            </a:extLst>
          </p:cNvPr>
          <p:cNvSpPr txBox="1"/>
          <p:nvPr/>
        </p:nvSpPr>
        <p:spPr>
          <a:xfrm>
            <a:off x="1090569" y="226504"/>
            <a:ext cx="3187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사용자 정의 필드 </a:t>
            </a:r>
            <a:r>
              <a:rPr lang="en-US" altLang="ko-KR" sz="1000" dirty="0"/>
              <a:t>– </a:t>
            </a:r>
            <a:r>
              <a:rPr lang="ko-KR" altLang="en-US" sz="1000" dirty="0"/>
              <a:t>추가 팝업</a:t>
            </a:r>
            <a:r>
              <a:rPr lang="en-US" altLang="ko-KR" sz="1000" dirty="0"/>
              <a:t> 1/2</a:t>
            </a:r>
            <a:endParaRPr lang="ko-KR" altLang="en-US" sz="1000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7D28ACD-D61C-CF69-E7F6-D4919CDF07A1}"/>
              </a:ext>
            </a:extLst>
          </p:cNvPr>
          <p:cNvGrpSpPr/>
          <p:nvPr/>
        </p:nvGrpSpPr>
        <p:grpSpPr>
          <a:xfrm>
            <a:off x="482752" y="918478"/>
            <a:ext cx="4466753" cy="3385074"/>
            <a:chOff x="482752" y="882638"/>
            <a:chExt cx="8698638" cy="439495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DE8952D-B1C5-424E-1588-1C01FA8CE8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2752" y="882638"/>
              <a:ext cx="8698638" cy="4394957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0026F8B-4FBF-ACCE-9933-A542AD9DA403}"/>
                </a:ext>
              </a:extLst>
            </p:cNvPr>
            <p:cNvSpPr/>
            <p:nvPr/>
          </p:nvSpPr>
          <p:spPr>
            <a:xfrm>
              <a:off x="3917673" y="2679242"/>
              <a:ext cx="2743186" cy="365961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순서도: 연결자 10">
              <a:extLst>
                <a:ext uri="{FF2B5EF4-FFF2-40B4-BE49-F238E27FC236}">
                  <a16:creationId xmlns:a16="http://schemas.microsoft.com/office/drawing/2014/main" id="{F31BF4F6-E402-AB27-1CB2-9AEAE34A169A}"/>
                </a:ext>
              </a:extLst>
            </p:cNvPr>
            <p:cNvSpPr/>
            <p:nvPr/>
          </p:nvSpPr>
          <p:spPr>
            <a:xfrm>
              <a:off x="3622129" y="2753165"/>
              <a:ext cx="218114" cy="218114"/>
            </a:xfrm>
            <a:prstGeom prst="flowChartConnector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1</a:t>
              </a:r>
              <a:endParaRPr lang="ko-KR" altLang="en-US" sz="1000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47DB5A1-98F0-C6FA-B871-32A8BC70E18D}"/>
                </a:ext>
              </a:extLst>
            </p:cNvPr>
            <p:cNvSpPr/>
            <p:nvPr/>
          </p:nvSpPr>
          <p:spPr>
            <a:xfrm>
              <a:off x="6192488" y="4031929"/>
              <a:ext cx="359314" cy="25894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순서도: 연결자 7">
              <a:extLst>
                <a:ext uri="{FF2B5EF4-FFF2-40B4-BE49-F238E27FC236}">
                  <a16:creationId xmlns:a16="http://schemas.microsoft.com/office/drawing/2014/main" id="{3FF5530E-F39F-DCBD-9055-0F65B7B00625}"/>
                </a:ext>
              </a:extLst>
            </p:cNvPr>
            <p:cNvSpPr/>
            <p:nvPr/>
          </p:nvSpPr>
          <p:spPr>
            <a:xfrm>
              <a:off x="5876345" y="4052342"/>
              <a:ext cx="218114" cy="218114"/>
            </a:xfrm>
            <a:prstGeom prst="flowChartConnector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2</a:t>
              </a:r>
              <a:endParaRPr lang="ko-KR" altLang="en-US" sz="1000" dirty="0"/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B8FB1A4E-F3FD-D7C6-36B9-CDE9725FF9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045" y="918478"/>
            <a:ext cx="3817234" cy="3385074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F2C6FB3-0B0C-D801-80CD-BFF39F46D452}"/>
              </a:ext>
            </a:extLst>
          </p:cNvPr>
          <p:cNvCxnSpPr>
            <a:cxnSpLocks/>
          </p:cNvCxnSpPr>
          <p:nvPr/>
        </p:nvCxnSpPr>
        <p:spPr>
          <a:xfrm>
            <a:off x="4852348" y="2477229"/>
            <a:ext cx="566697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200C24F-4AC9-B2B1-5633-B6B81A78C400}"/>
              </a:ext>
            </a:extLst>
          </p:cNvPr>
          <p:cNvSpPr txBox="1"/>
          <p:nvPr/>
        </p:nvSpPr>
        <p:spPr>
          <a:xfrm>
            <a:off x="11101431" y="455306"/>
            <a:ext cx="823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2023.03.20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19207B-B609-8138-172B-B8BAA080BACB}"/>
              </a:ext>
            </a:extLst>
          </p:cNvPr>
          <p:cNvSpPr txBox="1"/>
          <p:nvPr/>
        </p:nvSpPr>
        <p:spPr>
          <a:xfrm>
            <a:off x="9888177" y="455307"/>
            <a:ext cx="7687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권기일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60152B-B358-8D6A-27C6-EC40EED2F7AB}"/>
              </a:ext>
            </a:extLst>
          </p:cNvPr>
          <p:cNvSpPr txBox="1"/>
          <p:nvPr/>
        </p:nvSpPr>
        <p:spPr>
          <a:xfrm>
            <a:off x="9919458" y="226504"/>
            <a:ext cx="1558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체크리스트 필드 생성</a:t>
            </a:r>
          </a:p>
        </p:txBody>
      </p:sp>
    </p:spTree>
    <p:extLst>
      <p:ext uri="{BB962C8B-B14F-4D97-AF65-F5344CB8AC3E}">
        <p14:creationId xmlns:p14="http://schemas.microsoft.com/office/powerpoint/2010/main" val="2910950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153">
            <a:extLst>
              <a:ext uri="{FF2B5EF4-FFF2-40B4-BE49-F238E27FC236}">
                <a16:creationId xmlns:a16="http://schemas.microsoft.com/office/drawing/2014/main" id="{6E32B779-4D6E-436C-BD33-2E6535904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12064"/>
              </p:ext>
            </p:extLst>
          </p:nvPr>
        </p:nvGraphicFramePr>
        <p:xfrm>
          <a:off x="9388476" y="918478"/>
          <a:ext cx="2536824" cy="1827656"/>
        </p:xfrm>
        <a:graphic>
          <a:graphicData uri="http://schemas.openxmlformats.org/drawingml/2006/table">
            <a:tbl>
              <a:tblPr/>
              <a:tblGrid>
                <a:gridCol w="27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1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해당 필드를 적용할 이슈 유형 선택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모든 이슈 유형에 선택 시 해당 프로젝트에 존재하는 모든 이슈에 해당 필드 적용가능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에픽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스토리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버그 등 특정 이슈에만 적용하는 것도 가능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적용할 프로젝트 선택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위의 버튼 클릭 시 특정 프로젝트에만 적용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아래 버튼 클릭 시 모든 프로젝트에 적용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378710"/>
                  </a:ext>
                </a:extLst>
              </a:tr>
              <a:tr h="213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해당 필드를 적용할 프로젝트 설정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인스턴스 모든 이슈 적용 클릭 시 해당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셀렉트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박스 사라짐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932058"/>
                  </a:ext>
                </a:extLst>
              </a:tr>
              <a:tr h="213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체크리스트 필드 생성 완료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8416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947B415-DD4E-4616-8F55-00B20434FD03}"/>
              </a:ext>
            </a:extLst>
          </p:cNvPr>
          <p:cNvSpPr txBox="1"/>
          <p:nvPr/>
        </p:nvSpPr>
        <p:spPr>
          <a:xfrm>
            <a:off x="1090569" y="226504"/>
            <a:ext cx="3187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사용자 정의 필드 </a:t>
            </a:r>
            <a:r>
              <a:rPr lang="en-US" altLang="ko-KR" sz="1000" dirty="0"/>
              <a:t>– </a:t>
            </a:r>
            <a:r>
              <a:rPr lang="ko-KR" altLang="en-US" sz="1000" dirty="0"/>
              <a:t>추가 팝업 </a:t>
            </a:r>
            <a:r>
              <a:rPr lang="en-US" altLang="ko-KR" sz="1000" dirty="0"/>
              <a:t>2/2</a:t>
            </a:r>
            <a:endParaRPr lang="ko-KR" altLang="en-US" sz="1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A1795D-289E-C018-2AE6-AD4044BD54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74" y="918478"/>
            <a:ext cx="8279933" cy="413169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AD0BD60-C1A4-874D-F72E-E6C32ADF5E15}"/>
              </a:ext>
            </a:extLst>
          </p:cNvPr>
          <p:cNvSpPr/>
          <p:nvPr/>
        </p:nvSpPr>
        <p:spPr>
          <a:xfrm>
            <a:off x="3668642" y="2200480"/>
            <a:ext cx="803887" cy="17895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B5C173D8-C7AC-7104-36C5-A6B2475F3244}"/>
              </a:ext>
            </a:extLst>
          </p:cNvPr>
          <p:cNvSpPr/>
          <p:nvPr/>
        </p:nvSpPr>
        <p:spPr>
          <a:xfrm>
            <a:off x="4551026" y="2180901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464C5CB-3934-E8C7-E35E-19EAE4C06225}"/>
              </a:ext>
            </a:extLst>
          </p:cNvPr>
          <p:cNvSpPr/>
          <p:nvPr/>
        </p:nvSpPr>
        <p:spPr>
          <a:xfrm>
            <a:off x="3668641" y="2537438"/>
            <a:ext cx="2237209" cy="41548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순서도: 연결자 11">
            <a:extLst>
              <a:ext uri="{FF2B5EF4-FFF2-40B4-BE49-F238E27FC236}">
                <a16:creationId xmlns:a16="http://schemas.microsoft.com/office/drawing/2014/main" id="{012D66F3-6BB8-CE57-16C3-06C369D65DCB}"/>
              </a:ext>
            </a:extLst>
          </p:cNvPr>
          <p:cNvSpPr/>
          <p:nvPr/>
        </p:nvSpPr>
        <p:spPr>
          <a:xfrm>
            <a:off x="3352798" y="2648708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3262E01-632E-D9C2-54E5-5AC5A5BE9993}"/>
              </a:ext>
            </a:extLst>
          </p:cNvPr>
          <p:cNvSpPr/>
          <p:nvPr/>
        </p:nvSpPr>
        <p:spPr>
          <a:xfrm>
            <a:off x="3668641" y="2984325"/>
            <a:ext cx="2237209" cy="15272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연결자 13">
            <a:extLst>
              <a:ext uri="{FF2B5EF4-FFF2-40B4-BE49-F238E27FC236}">
                <a16:creationId xmlns:a16="http://schemas.microsoft.com/office/drawing/2014/main" id="{45BA410C-FCEC-F6A6-C0DD-4A41B77FDDEA}"/>
              </a:ext>
            </a:extLst>
          </p:cNvPr>
          <p:cNvSpPr/>
          <p:nvPr/>
        </p:nvSpPr>
        <p:spPr>
          <a:xfrm>
            <a:off x="3352798" y="2984325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116748E-F681-9A79-32E1-59B67A1A1563}"/>
              </a:ext>
            </a:extLst>
          </p:cNvPr>
          <p:cNvSpPr/>
          <p:nvPr/>
        </p:nvSpPr>
        <p:spPr>
          <a:xfrm>
            <a:off x="6035736" y="3933680"/>
            <a:ext cx="323120" cy="1769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5B823D1C-55F9-9588-99C1-BE961C089691}"/>
              </a:ext>
            </a:extLst>
          </p:cNvPr>
          <p:cNvSpPr/>
          <p:nvPr/>
        </p:nvSpPr>
        <p:spPr>
          <a:xfrm>
            <a:off x="5687736" y="3913086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DB0ADC-D70F-D8FD-0FFB-3E586C582D92}"/>
              </a:ext>
            </a:extLst>
          </p:cNvPr>
          <p:cNvSpPr txBox="1"/>
          <p:nvPr/>
        </p:nvSpPr>
        <p:spPr>
          <a:xfrm>
            <a:off x="11101431" y="455306"/>
            <a:ext cx="823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2023.03.20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5832FB-104F-9D73-72DB-4F835DB2EEC7}"/>
              </a:ext>
            </a:extLst>
          </p:cNvPr>
          <p:cNvSpPr txBox="1"/>
          <p:nvPr/>
        </p:nvSpPr>
        <p:spPr>
          <a:xfrm>
            <a:off x="9888177" y="455307"/>
            <a:ext cx="7687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권기일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D967AD-5D8C-BC18-1D7C-2C67C9F4EAB8}"/>
              </a:ext>
            </a:extLst>
          </p:cNvPr>
          <p:cNvSpPr txBox="1"/>
          <p:nvPr/>
        </p:nvSpPr>
        <p:spPr>
          <a:xfrm>
            <a:off x="9919458" y="226504"/>
            <a:ext cx="1558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체크리스트 필드 생성</a:t>
            </a:r>
          </a:p>
        </p:txBody>
      </p:sp>
    </p:spTree>
    <p:extLst>
      <p:ext uri="{BB962C8B-B14F-4D97-AF65-F5344CB8AC3E}">
        <p14:creationId xmlns:p14="http://schemas.microsoft.com/office/powerpoint/2010/main" val="2060832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153">
            <a:extLst>
              <a:ext uri="{FF2B5EF4-FFF2-40B4-BE49-F238E27FC236}">
                <a16:creationId xmlns:a16="http://schemas.microsoft.com/office/drawing/2014/main" id="{6E32B779-4D6E-436C-BD33-2E6535904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060338"/>
              </p:ext>
            </p:extLst>
          </p:nvPr>
        </p:nvGraphicFramePr>
        <p:xfrm>
          <a:off x="9388476" y="918478"/>
          <a:ext cx="2536824" cy="669988"/>
        </p:xfrm>
        <a:graphic>
          <a:graphicData uri="http://schemas.openxmlformats.org/drawingml/2006/table">
            <a:tbl>
              <a:tblPr/>
              <a:tblGrid>
                <a:gridCol w="27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1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해당 필드를 적용할 프로젝트의 화면 선택 체크박스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 필드를 사용할 프로젝트마다 선택 가능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변경 사항 적용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37871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947B415-DD4E-4616-8F55-00B20434FD03}"/>
              </a:ext>
            </a:extLst>
          </p:cNvPr>
          <p:cNvSpPr txBox="1"/>
          <p:nvPr/>
        </p:nvSpPr>
        <p:spPr>
          <a:xfrm>
            <a:off x="1090569" y="226504"/>
            <a:ext cx="3187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화면 설정 페이지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63F0EEB-CF1F-D006-A3C9-BCA724C446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674" y="840705"/>
            <a:ext cx="8372212" cy="408173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FAD72F0-F2F1-FE5F-FC26-315038016D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674" y="4922436"/>
            <a:ext cx="8372212" cy="436634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2D96009F-419E-51D0-6CE2-7C02B8DA4DB0}"/>
              </a:ext>
            </a:extLst>
          </p:cNvPr>
          <p:cNvSpPr/>
          <p:nvPr/>
        </p:nvSpPr>
        <p:spPr>
          <a:xfrm>
            <a:off x="8233652" y="1987434"/>
            <a:ext cx="323120" cy="293500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순서도: 연결자 17">
            <a:extLst>
              <a:ext uri="{FF2B5EF4-FFF2-40B4-BE49-F238E27FC236}">
                <a16:creationId xmlns:a16="http://schemas.microsoft.com/office/drawing/2014/main" id="{45DBF25C-B982-2F6C-B63B-6FBB5AEACA83}"/>
              </a:ext>
            </a:extLst>
          </p:cNvPr>
          <p:cNvSpPr/>
          <p:nvPr/>
        </p:nvSpPr>
        <p:spPr>
          <a:xfrm>
            <a:off x="8286155" y="1694387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B9625E8-1BDB-3215-1CE2-16B0D8062794}"/>
              </a:ext>
            </a:extLst>
          </p:cNvPr>
          <p:cNvSpPr/>
          <p:nvPr/>
        </p:nvSpPr>
        <p:spPr>
          <a:xfrm>
            <a:off x="1539237" y="5052290"/>
            <a:ext cx="323120" cy="1769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순서도: 연결자 19">
            <a:extLst>
              <a:ext uri="{FF2B5EF4-FFF2-40B4-BE49-F238E27FC236}">
                <a16:creationId xmlns:a16="http://schemas.microsoft.com/office/drawing/2014/main" id="{64A1A393-7338-0A0F-E17F-276E4DA03D8F}"/>
              </a:ext>
            </a:extLst>
          </p:cNvPr>
          <p:cNvSpPr/>
          <p:nvPr/>
        </p:nvSpPr>
        <p:spPr>
          <a:xfrm>
            <a:off x="1221995" y="5031696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10CEA7-BDE3-65DB-6974-C4324748873E}"/>
              </a:ext>
            </a:extLst>
          </p:cNvPr>
          <p:cNvSpPr txBox="1"/>
          <p:nvPr/>
        </p:nvSpPr>
        <p:spPr>
          <a:xfrm>
            <a:off x="11101431" y="455306"/>
            <a:ext cx="823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2023.03.20</a:t>
            </a:r>
            <a:endParaRPr lang="ko-KR" alt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FF1BDD-C499-A77E-39E9-AFDEF1212895}"/>
              </a:ext>
            </a:extLst>
          </p:cNvPr>
          <p:cNvSpPr txBox="1"/>
          <p:nvPr/>
        </p:nvSpPr>
        <p:spPr>
          <a:xfrm>
            <a:off x="9888177" y="455307"/>
            <a:ext cx="7687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권기일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0B1B51-AA26-0796-D9A2-8EF604AE6AC4}"/>
              </a:ext>
            </a:extLst>
          </p:cNvPr>
          <p:cNvSpPr txBox="1"/>
          <p:nvPr/>
        </p:nvSpPr>
        <p:spPr>
          <a:xfrm>
            <a:off x="9919458" y="226504"/>
            <a:ext cx="1558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체크리스트 필드 생성</a:t>
            </a:r>
          </a:p>
        </p:txBody>
      </p:sp>
    </p:spTree>
    <p:extLst>
      <p:ext uri="{BB962C8B-B14F-4D97-AF65-F5344CB8AC3E}">
        <p14:creationId xmlns:p14="http://schemas.microsoft.com/office/powerpoint/2010/main" val="2701585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47B415-DD4E-4616-8F55-00B20434FD03}"/>
              </a:ext>
            </a:extLst>
          </p:cNvPr>
          <p:cNvSpPr txBox="1"/>
          <p:nvPr/>
        </p:nvSpPr>
        <p:spPr>
          <a:xfrm>
            <a:off x="1090569" y="226504"/>
            <a:ext cx="3187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커스텀 필드 생성 완료 </a:t>
            </a:r>
            <a:r>
              <a:rPr lang="en-US" altLang="ko-KR" sz="1000" dirty="0"/>
              <a:t>– </a:t>
            </a:r>
            <a:r>
              <a:rPr lang="ko-KR" altLang="en-US" sz="1000" dirty="0"/>
              <a:t>화면 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ECBBF4-C0F3-764F-474C-21BD225119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16" y="805357"/>
            <a:ext cx="8758106" cy="44089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20CCFB-04E9-ECE5-5F21-2E3FB8D5759F}"/>
              </a:ext>
            </a:extLst>
          </p:cNvPr>
          <p:cNvSpPr txBox="1"/>
          <p:nvPr/>
        </p:nvSpPr>
        <p:spPr>
          <a:xfrm>
            <a:off x="11101431" y="455306"/>
            <a:ext cx="823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2023.03.20</a:t>
            </a:r>
            <a:endParaRPr lang="ko-KR" alt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8EFEF0-7E40-E7E6-969F-051BD4B2AFB4}"/>
              </a:ext>
            </a:extLst>
          </p:cNvPr>
          <p:cNvSpPr txBox="1"/>
          <p:nvPr/>
        </p:nvSpPr>
        <p:spPr>
          <a:xfrm>
            <a:off x="9888177" y="455307"/>
            <a:ext cx="7687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권기일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6E981-F029-600F-4119-1EA737A8B5E5}"/>
              </a:ext>
            </a:extLst>
          </p:cNvPr>
          <p:cNvSpPr txBox="1"/>
          <p:nvPr/>
        </p:nvSpPr>
        <p:spPr>
          <a:xfrm>
            <a:off x="9919458" y="226504"/>
            <a:ext cx="1558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체크리스트 필드 생성</a:t>
            </a:r>
          </a:p>
        </p:txBody>
      </p:sp>
    </p:spTree>
    <p:extLst>
      <p:ext uri="{BB962C8B-B14F-4D97-AF65-F5344CB8AC3E}">
        <p14:creationId xmlns:p14="http://schemas.microsoft.com/office/powerpoint/2010/main" val="3187846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47B415-DD4E-4616-8F55-00B20434FD03}"/>
              </a:ext>
            </a:extLst>
          </p:cNvPr>
          <p:cNvSpPr txBox="1"/>
          <p:nvPr/>
        </p:nvSpPr>
        <p:spPr>
          <a:xfrm>
            <a:off x="1090569" y="226504"/>
            <a:ext cx="3187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프로젝트 내 체크리스트 생성 완료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322682-3C79-F92E-3822-7DD48B88F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86" y="881541"/>
            <a:ext cx="8338656" cy="442023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41E7D79-DEB0-EB16-3EBA-94583A972E29}"/>
              </a:ext>
            </a:extLst>
          </p:cNvPr>
          <p:cNvSpPr/>
          <p:nvPr/>
        </p:nvSpPr>
        <p:spPr>
          <a:xfrm>
            <a:off x="2982144" y="2527204"/>
            <a:ext cx="994238" cy="17405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Group 153">
            <a:extLst>
              <a:ext uri="{FF2B5EF4-FFF2-40B4-BE49-F238E27FC236}">
                <a16:creationId xmlns:a16="http://schemas.microsoft.com/office/drawing/2014/main" id="{8050B1E4-684D-506C-D9CF-FF766FF9F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170075"/>
              </p:ext>
            </p:extLst>
          </p:nvPr>
        </p:nvGraphicFramePr>
        <p:xfrm>
          <a:off x="9388476" y="918478"/>
          <a:ext cx="2536824" cy="456914"/>
        </p:xfrm>
        <a:graphic>
          <a:graphicData uri="http://schemas.openxmlformats.org/drawingml/2006/table">
            <a:tbl>
              <a:tblPr/>
              <a:tblGrid>
                <a:gridCol w="27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1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체크리스트 필드 생성 완료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새로운 체크리스트 생성 가능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기존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탬플릿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적용 가능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59CC2838-0D41-0E1C-5A9A-65423763F882}"/>
              </a:ext>
            </a:extLst>
          </p:cNvPr>
          <p:cNvSpPr/>
          <p:nvPr/>
        </p:nvSpPr>
        <p:spPr>
          <a:xfrm>
            <a:off x="4060271" y="2527204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6DCF6E-D50F-E171-F8DD-72228A6F76FF}"/>
              </a:ext>
            </a:extLst>
          </p:cNvPr>
          <p:cNvSpPr txBox="1"/>
          <p:nvPr/>
        </p:nvSpPr>
        <p:spPr>
          <a:xfrm>
            <a:off x="11101431" y="455306"/>
            <a:ext cx="823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2023.03.20</a:t>
            </a:r>
            <a:endParaRPr lang="ko-KR" alt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A4404E-3137-A18B-BD83-6915EB4402E9}"/>
              </a:ext>
            </a:extLst>
          </p:cNvPr>
          <p:cNvSpPr txBox="1"/>
          <p:nvPr/>
        </p:nvSpPr>
        <p:spPr>
          <a:xfrm>
            <a:off x="9888177" y="455307"/>
            <a:ext cx="7687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권기일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643819-AA84-3BD7-F0CB-A79B56A185A4}"/>
              </a:ext>
            </a:extLst>
          </p:cNvPr>
          <p:cNvSpPr txBox="1"/>
          <p:nvPr/>
        </p:nvSpPr>
        <p:spPr>
          <a:xfrm>
            <a:off x="9919458" y="226504"/>
            <a:ext cx="1558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체크리스트 필드 생성</a:t>
            </a:r>
          </a:p>
        </p:txBody>
      </p:sp>
    </p:spTree>
    <p:extLst>
      <p:ext uri="{BB962C8B-B14F-4D97-AF65-F5344CB8AC3E}">
        <p14:creationId xmlns:p14="http://schemas.microsoft.com/office/powerpoint/2010/main" val="2438698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47B415-DD4E-4616-8F55-00B20434FD03}"/>
              </a:ext>
            </a:extLst>
          </p:cNvPr>
          <p:cNvSpPr txBox="1"/>
          <p:nvPr/>
        </p:nvSpPr>
        <p:spPr>
          <a:xfrm>
            <a:off x="1090569" y="226504"/>
            <a:ext cx="3187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프로젝트 내 체크리스트 생성 완료</a:t>
            </a:r>
          </a:p>
        </p:txBody>
      </p:sp>
      <p:graphicFrame>
        <p:nvGraphicFramePr>
          <p:cNvPr id="7" name="Group 153">
            <a:extLst>
              <a:ext uri="{FF2B5EF4-FFF2-40B4-BE49-F238E27FC236}">
                <a16:creationId xmlns:a16="http://schemas.microsoft.com/office/drawing/2014/main" id="{8050B1E4-684D-506C-D9CF-FF766FF9F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961085"/>
              </p:ext>
            </p:extLst>
          </p:nvPr>
        </p:nvGraphicFramePr>
        <p:xfrm>
          <a:off x="9388476" y="918478"/>
          <a:ext cx="2536824" cy="791908"/>
        </p:xfrm>
        <a:graphic>
          <a:graphicData uri="http://schemas.openxmlformats.org/drawingml/2006/table">
            <a:tbl>
              <a:tblPr/>
              <a:tblGrid>
                <a:gridCol w="27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1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기존에 생성한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탬플릿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불러오기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탬플릿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관리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신규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탬플릿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생성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기존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탬플릿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삭제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기존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탬플릿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수정 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561353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1E0321D4-A4E3-8338-25E1-1443527CF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23" y="918478"/>
            <a:ext cx="8622687" cy="397513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6AFABD3-81D5-C135-DA9D-9E5DFC4373F7}"/>
              </a:ext>
            </a:extLst>
          </p:cNvPr>
          <p:cNvSpPr/>
          <p:nvPr/>
        </p:nvSpPr>
        <p:spPr>
          <a:xfrm>
            <a:off x="5889071" y="2558642"/>
            <a:ext cx="721453" cy="15939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순서도: 연결자 9">
            <a:extLst>
              <a:ext uri="{FF2B5EF4-FFF2-40B4-BE49-F238E27FC236}">
                <a16:creationId xmlns:a16="http://schemas.microsoft.com/office/drawing/2014/main" id="{D7B7E135-8605-9E75-4339-ADB823B7ABA1}"/>
              </a:ext>
            </a:extLst>
          </p:cNvPr>
          <p:cNvSpPr/>
          <p:nvPr/>
        </p:nvSpPr>
        <p:spPr>
          <a:xfrm>
            <a:off x="5636205" y="2529281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6406BB-70B6-FAAB-324F-58B208951FE5}"/>
              </a:ext>
            </a:extLst>
          </p:cNvPr>
          <p:cNvSpPr/>
          <p:nvPr/>
        </p:nvSpPr>
        <p:spPr>
          <a:xfrm>
            <a:off x="5889070" y="2718034"/>
            <a:ext cx="721453" cy="15939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순서도: 연결자 11">
            <a:extLst>
              <a:ext uri="{FF2B5EF4-FFF2-40B4-BE49-F238E27FC236}">
                <a16:creationId xmlns:a16="http://schemas.microsoft.com/office/drawing/2014/main" id="{CDDABCF3-8C54-A61F-4F60-DB5EB1C314D3}"/>
              </a:ext>
            </a:extLst>
          </p:cNvPr>
          <p:cNvSpPr/>
          <p:nvPr/>
        </p:nvSpPr>
        <p:spPr>
          <a:xfrm>
            <a:off x="5636205" y="2747395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FEFE7D-BD17-1B41-F4DC-CB98EB6EF2FB}"/>
              </a:ext>
            </a:extLst>
          </p:cNvPr>
          <p:cNvSpPr txBox="1"/>
          <p:nvPr/>
        </p:nvSpPr>
        <p:spPr>
          <a:xfrm>
            <a:off x="11101431" y="455306"/>
            <a:ext cx="823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2023.03.20</a:t>
            </a:r>
            <a:endParaRPr lang="ko-KR" altLang="en-US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8FB3D3-28D7-F6A4-80AC-C278F66DC2D8}"/>
              </a:ext>
            </a:extLst>
          </p:cNvPr>
          <p:cNvSpPr txBox="1"/>
          <p:nvPr/>
        </p:nvSpPr>
        <p:spPr>
          <a:xfrm>
            <a:off x="9888177" y="455307"/>
            <a:ext cx="7687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권기일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C674C3-AAF9-9004-5B1E-F1C6B02729F7}"/>
              </a:ext>
            </a:extLst>
          </p:cNvPr>
          <p:cNvSpPr txBox="1"/>
          <p:nvPr/>
        </p:nvSpPr>
        <p:spPr>
          <a:xfrm>
            <a:off x="9919458" y="226504"/>
            <a:ext cx="1558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체크리스트 </a:t>
            </a:r>
            <a:r>
              <a:rPr lang="ko-KR" altLang="en-US" sz="1000" dirty="0" err="1"/>
              <a:t>탬플릿</a:t>
            </a:r>
            <a:r>
              <a:rPr lang="ko-KR" altLang="en-US" sz="1000" dirty="0"/>
              <a:t> 적용</a:t>
            </a:r>
          </a:p>
        </p:txBody>
      </p:sp>
    </p:spTree>
    <p:extLst>
      <p:ext uri="{BB962C8B-B14F-4D97-AF65-F5344CB8AC3E}">
        <p14:creationId xmlns:p14="http://schemas.microsoft.com/office/powerpoint/2010/main" val="1751664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47B415-DD4E-4616-8F55-00B20434FD03}"/>
              </a:ext>
            </a:extLst>
          </p:cNvPr>
          <p:cNvSpPr txBox="1"/>
          <p:nvPr/>
        </p:nvSpPr>
        <p:spPr>
          <a:xfrm>
            <a:off x="1090569" y="226504"/>
            <a:ext cx="3187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기존에 생성한 </a:t>
            </a:r>
            <a:r>
              <a:rPr lang="ko-KR" altLang="en-US" sz="1000" dirty="0" err="1"/>
              <a:t>탬플릿</a:t>
            </a:r>
            <a:r>
              <a:rPr lang="ko-KR" altLang="en-US" sz="1000" dirty="0"/>
              <a:t> 적용하기</a:t>
            </a:r>
            <a:endParaRPr lang="en-US" altLang="ko-KR" sz="1000" dirty="0"/>
          </a:p>
        </p:txBody>
      </p:sp>
      <p:graphicFrame>
        <p:nvGraphicFramePr>
          <p:cNvPr id="7" name="Group 153">
            <a:extLst>
              <a:ext uri="{FF2B5EF4-FFF2-40B4-BE49-F238E27FC236}">
                <a16:creationId xmlns:a16="http://schemas.microsoft.com/office/drawing/2014/main" id="{8050B1E4-684D-506C-D9CF-FF766FF9F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08852"/>
              </p:ext>
            </p:extLst>
          </p:nvPr>
        </p:nvGraphicFramePr>
        <p:xfrm>
          <a:off x="9388476" y="918478"/>
          <a:ext cx="2536824" cy="791908"/>
        </p:xfrm>
        <a:graphic>
          <a:graphicData uri="http://schemas.openxmlformats.org/drawingml/2006/table">
            <a:tbl>
              <a:tblPr/>
              <a:tblGrid>
                <a:gridCol w="27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1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탬플릿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선택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셀렉트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박스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기존에 생성한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탬플릿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중 원하는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탬플릿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선택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탬플릿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선택 시 해당 버튼이 활성화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클릭 시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탬플릿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적용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664308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432FD410-40FF-2FE6-6A27-4C27C00679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674" y="918478"/>
            <a:ext cx="8598716" cy="431059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1EBAF98-E228-7BC4-5FC2-BA820B77D27F}"/>
              </a:ext>
            </a:extLst>
          </p:cNvPr>
          <p:cNvSpPr/>
          <p:nvPr/>
        </p:nvSpPr>
        <p:spPr>
          <a:xfrm>
            <a:off x="3498209" y="1702965"/>
            <a:ext cx="2676088" cy="67950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순서도: 연결자 9">
            <a:extLst>
              <a:ext uri="{FF2B5EF4-FFF2-40B4-BE49-F238E27FC236}">
                <a16:creationId xmlns:a16="http://schemas.microsoft.com/office/drawing/2014/main" id="{E2AC4FDE-47B7-5A70-FFE5-10A114C20D1D}"/>
              </a:ext>
            </a:extLst>
          </p:cNvPr>
          <p:cNvSpPr/>
          <p:nvPr/>
        </p:nvSpPr>
        <p:spPr>
          <a:xfrm>
            <a:off x="3153066" y="1702965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EE1BB9-428D-3FCC-C872-1DE6DA5ED38D}"/>
              </a:ext>
            </a:extLst>
          </p:cNvPr>
          <p:cNvSpPr/>
          <p:nvPr/>
        </p:nvSpPr>
        <p:spPr>
          <a:xfrm>
            <a:off x="5494789" y="2496861"/>
            <a:ext cx="369116" cy="22117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B92CC1-577D-790C-7CC0-41F7E160C6CD}"/>
              </a:ext>
            </a:extLst>
          </p:cNvPr>
          <p:cNvSpPr txBox="1"/>
          <p:nvPr/>
        </p:nvSpPr>
        <p:spPr>
          <a:xfrm>
            <a:off x="1090569" y="5443993"/>
            <a:ext cx="7399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원하는 </a:t>
            </a:r>
            <a:r>
              <a:rPr lang="ko-KR" altLang="en-US" sz="1200" dirty="0" err="1"/>
              <a:t>탬플릿을</a:t>
            </a:r>
            <a:r>
              <a:rPr lang="ko-KR" altLang="en-US" sz="1200" dirty="0"/>
              <a:t> 선택하면 </a:t>
            </a:r>
            <a:r>
              <a:rPr lang="ko-KR" altLang="en-US" sz="1200" dirty="0" err="1"/>
              <a:t>탬플릿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셀렉트박스</a:t>
            </a:r>
            <a:r>
              <a:rPr lang="ko-KR" altLang="en-US" sz="1200" dirty="0"/>
              <a:t> 하단에 기존에 생성한 </a:t>
            </a:r>
            <a:r>
              <a:rPr lang="ko-KR" altLang="en-US" sz="1200" dirty="0" err="1"/>
              <a:t>탬플릿을</a:t>
            </a:r>
            <a:r>
              <a:rPr lang="ko-KR" altLang="en-US" sz="1200" dirty="0"/>
              <a:t> 미리보기 할 수 있습니다</a:t>
            </a:r>
            <a:r>
              <a:rPr lang="en-US" altLang="ko-KR" sz="1200" dirty="0"/>
              <a:t>.</a:t>
            </a:r>
          </a:p>
        </p:txBody>
      </p:sp>
      <p:sp>
        <p:nvSpPr>
          <p:cNvPr id="14" name="순서도: 연결자 13">
            <a:extLst>
              <a:ext uri="{FF2B5EF4-FFF2-40B4-BE49-F238E27FC236}">
                <a16:creationId xmlns:a16="http://schemas.microsoft.com/office/drawing/2014/main" id="{B44B92F8-38CE-F148-014C-EEB42A024751}"/>
              </a:ext>
            </a:extLst>
          </p:cNvPr>
          <p:cNvSpPr/>
          <p:nvPr/>
        </p:nvSpPr>
        <p:spPr>
          <a:xfrm>
            <a:off x="5149646" y="2499919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03AC76-3796-D84D-38AD-AF2FFEDBB582}"/>
              </a:ext>
            </a:extLst>
          </p:cNvPr>
          <p:cNvSpPr txBox="1"/>
          <p:nvPr/>
        </p:nvSpPr>
        <p:spPr>
          <a:xfrm>
            <a:off x="11101431" y="455306"/>
            <a:ext cx="823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2023.03.20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03D035-0CF1-753F-82D9-1F2717CAEF08}"/>
              </a:ext>
            </a:extLst>
          </p:cNvPr>
          <p:cNvSpPr txBox="1"/>
          <p:nvPr/>
        </p:nvSpPr>
        <p:spPr>
          <a:xfrm>
            <a:off x="9888177" y="455307"/>
            <a:ext cx="7687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권기일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1B9792-C84E-92CD-1439-5345EB42362D}"/>
              </a:ext>
            </a:extLst>
          </p:cNvPr>
          <p:cNvSpPr txBox="1"/>
          <p:nvPr/>
        </p:nvSpPr>
        <p:spPr>
          <a:xfrm>
            <a:off x="9919458" y="226504"/>
            <a:ext cx="1558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체크리스트 </a:t>
            </a:r>
            <a:r>
              <a:rPr lang="ko-KR" altLang="en-US" sz="1000" dirty="0" err="1"/>
              <a:t>탬플릿</a:t>
            </a:r>
            <a:r>
              <a:rPr lang="ko-KR" altLang="en-US" sz="1000" dirty="0"/>
              <a:t> 적용</a:t>
            </a:r>
          </a:p>
        </p:txBody>
      </p:sp>
    </p:spTree>
    <p:extLst>
      <p:ext uri="{BB962C8B-B14F-4D97-AF65-F5344CB8AC3E}">
        <p14:creationId xmlns:p14="http://schemas.microsoft.com/office/powerpoint/2010/main" val="11899441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47B415-DD4E-4616-8F55-00B20434FD03}"/>
              </a:ext>
            </a:extLst>
          </p:cNvPr>
          <p:cNvSpPr txBox="1"/>
          <p:nvPr/>
        </p:nvSpPr>
        <p:spPr>
          <a:xfrm>
            <a:off x="1090569" y="226504"/>
            <a:ext cx="3187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체크리스트 </a:t>
            </a:r>
            <a:r>
              <a:rPr lang="ko-KR" altLang="en-US" sz="1000" dirty="0" err="1"/>
              <a:t>탬플릿</a:t>
            </a:r>
            <a:r>
              <a:rPr lang="ko-KR" altLang="en-US" sz="1000" dirty="0"/>
              <a:t> 적용 완료 모습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C97E04C-D18C-D6C7-D7BF-BF4B08824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63" y="918478"/>
            <a:ext cx="8380602" cy="403941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90AF62A-E9CF-6E02-C73D-6A54FF14EAB7}"/>
              </a:ext>
            </a:extLst>
          </p:cNvPr>
          <p:cNvSpPr/>
          <p:nvPr/>
        </p:nvSpPr>
        <p:spPr>
          <a:xfrm>
            <a:off x="3749877" y="2424418"/>
            <a:ext cx="3145873" cy="108218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F61A3A40-28F3-D597-8E19-9A73A8176E11}"/>
              </a:ext>
            </a:extLst>
          </p:cNvPr>
          <p:cNvSpPr/>
          <p:nvPr/>
        </p:nvSpPr>
        <p:spPr>
          <a:xfrm>
            <a:off x="3429900" y="2829129"/>
            <a:ext cx="218114" cy="21811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graphicFrame>
        <p:nvGraphicFramePr>
          <p:cNvPr id="11" name="Group 153">
            <a:extLst>
              <a:ext uri="{FF2B5EF4-FFF2-40B4-BE49-F238E27FC236}">
                <a16:creationId xmlns:a16="http://schemas.microsoft.com/office/drawing/2014/main" id="{63733829-48D0-4F53-3B08-72C6311BD0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774064"/>
              </p:ext>
            </p:extLst>
          </p:nvPr>
        </p:nvGraphicFramePr>
        <p:xfrm>
          <a:off x="9388476" y="918478"/>
          <a:ext cx="2536824" cy="334994"/>
        </p:xfrm>
        <a:graphic>
          <a:graphicData uri="http://schemas.openxmlformats.org/drawingml/2006/table">
            <a:tbl>
              <a:tblPr/>
              <a:tblGrid>
                <a:gridCol w="27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1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탬플릿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적용 완료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기존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탬플릿에서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항목 수정 및 추가 가능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9043" marR="99043" marT="45577" marB="45577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C491F18-825D-8401-A921-290457226498}"/>
              </a:ext>
            </a:extLst>
          </p:cNvPr>
          <p:cNvSpPr txBox="1"/>
          <p:nvPr/>
        </p:nvSpPr>
        <p:spPr>
          <a:xfrm>
            <a:off x="11101431" y="455306"/>
            <a:ext cx="823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2023.03.20</a:t>
            </a:r>
            <a:endParaRPr lang="ko-KR" alt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A3B6DB-AC65-BEB9-6936-EB751E3BB142}"/>
              </a:ext>
            </a:extLst>
          </p:cNvPr>
          <p:cNvSpPr txBox="1"/>
          <p:nvPr/>
        </p:nvSpPr>
        <p:spPr>
          <a:xfrm>
            <a:off x="9888177" y="455307"/>
            <a:ext cx="7687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권기일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F034E0-FC40-96B9-686E-1E91A8E42B34}"/>
              </a:ext>
            </a:extLst>
          </p:cNvPr>
          <p:cNvSpPr txBox="1"/>
          <p:nvPr/>
        </p:nvSpPr>
        <p:spPr>
          <a:xfrm>
            <a:off x="9919458" y="226504"/>
            <a:ext cx="1558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체크리스트 </a:t>
            </a:r>
            <a:r>
              <a:rPr lang="ko-KR" altLang="en-US" sz="1000" dirty="0" err="1"/>
              <a:t>탬플릿</a:t>
            </a:r>
            <a:r>
              <a:rPr lang="ko-KR" altLang="en-US" sz="1000" dirty="0"/>
              <a:t> 적용</a:t>
            </a:r>
          </a:p>
        </p:txBody>
      </p:sp>
    </p:spTree>
    <p:extLst>
      <p:ext uri="{BB962C8B-B14F-4D97-AF65-F5344CB8AC3E}">
        <p14:creationId xmlns:p14="http://schemas.microsoft.com/office/powerpoint/2010/main" val="3194240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871</Words>
  <Application>Microsoft Office PowerPoint</Application>
  <PresentationFormat>와이드스크린</PresentationFormat>
  <Paragraphs>265</Paragraphs>
  <Slides>21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나눔고딕</vt:lpstr>
      <vt:lpstr>나눔고딕 Bold</vt:lpstr>
      <vt:lpstr>맑은 고딕</vt:lpstr>
      <vt:lpstr>Arial</vt:lpstr>
      <vt:lpstr>Cambria</vt:lpstr>
      <vt:lpstr>Office 테마</vt:lpstr>
      <vt:lpstr>Checklist for Jira 사용 매뉴얼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m19979</dc:creator>
  <cp:lastModifiedBy>권 기일</cp:lastModifiedBy>
  <cp:revision>36</cp:revision>
  <dcterms:created xsi:type="dcterms:W3CDTF">2020-09-17T11:27:10Z</dcterms:created>
  <dcterms:modified xsi:type="dcterms:W3CDTF">2023-03-22T08:47:07Z</dcterms:modified>
</cp:coreProperties>
</file>